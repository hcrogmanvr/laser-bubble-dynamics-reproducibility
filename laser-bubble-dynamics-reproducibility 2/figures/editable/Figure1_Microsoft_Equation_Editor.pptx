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3b254d753e496e" /><Relationship Type="http://schemas.openxmlformats.org/officeDocument/2006/relationships/extended-properties" Target="/docProps/app.xml" Id="R1789969e112c44a5" /><Relationship Type="http://schemas.openxmlformats.org/officeDocument/2006/relationships/officeDocument" Target="/ppt/presentation.xml" Id="R24d9161e6cb444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0b88f1e80248af"/>
  </p:sldMasterIdLst>
  <p:notesMasterIdLst>
    <p:notesMasterId xmlns:r="http://schemas.openxmlformats.org/officeDocument/2006/relationships" r:id="R68d95cd2b1784862"/>
  </p:notesMasterIdLst>
  <p:sldIdLst>
    <p:sldId xmlns:r="http://schemas.openxmlformats.org/officeDocument/2006/relationships" id="256" r:id="R77e3a778703943b8"/>
  </p:sldIdLst>
  <p:sldSz cx="19050000" cy="15525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8f9df285c4011" /><Relationship Type="http://schemas.openxmlformats.org/officeDocument/2006/relationships/slideMaster" Target="/ppt/slideMasters/slideMaster1.xml" Id="R9b0b88f1e80248af" /><Relationship Type="http://schemas.openxmlformats.org/officeDocument/2006/relationships/notesMaster" Target="/ppt/notesMasters/notesMaster1.xml" Id="R68d95cd2b1784862" /><Relationship Type="http://schemas.openxmlformats.org/officeDocument/2006/relationships/presProps" Target="/ppt/presProps.xml" Id="Rd3edff76ba904417" /><Relationship Type="http://schemas.openxmlformats.org/officeDocument/2006/relationships/tableStyles" Target="/ppt/tableStyles.xml" Id="Rf438d47d934346a7" /><Relationship Type="http://schemas.openxmlformats.org/officeDocument/2006/relationships/slide" Target="/ppt/slides/slide1.xml" Id="R77e3a778703943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10b5428bc24f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072f101ff34563" /><Relationship Type="http://schemas.openxmlformats.org/officeDocument/2006/relationships/notesMaster" Target="/ppt/notesMasters/notesMaster1.xml" Id="R464613702917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6c364e8e040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30285275946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fdb6583f24d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3a770bd2646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fe789762d4d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be434d9fd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8643ED-6CEB-4234-9C3E-6C9F15035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5865283"/>
            <a:ext cx="15240000" cy="224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AA48F6-889C-4EB3-9010-CC249EBF6B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57500" y="8539163"/>
            <a:ext cx="13335000" cy="1725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A42884-EE0F-4236-A6B0-EF8AAE29A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6469063"/>
            <a:ext cx="15240000" cy="258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8B5AD6-1212-48FF-BCFC-381009E27C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1207558"/>
            <a:ext cx="16906875" cy="1897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82CC76-DD54-426A-941A-D87E3607A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4312708"/>
            <a:ext cx="16906875" cy="966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3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9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5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2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8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4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90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2DFA54-61B1-44DB-82D5-7A4A73A90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1207558"/>
            <a:ext cx="16906875" cy="1897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D9797D-461C-46BD-8FEB-C34107CE4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4312708"/>
            <a:ext cx="7858125" cy="966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3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9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5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2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8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4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90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AC27E1-9C5A-4852-A845-CCA41B53F0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120313" y="4312708"/>
            <a:ext cx="7858125" cy="966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3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9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5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2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8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4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90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182FE0-1C11-44AB-915B-CCF202093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1207558"/>
            <a:ext cx="16906875" cy="1897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E83E91-21C6-4789-8408-A0C37E8D3A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4312708"/>
            <a:ext cx="7858125" cy="9660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33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09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85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262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7384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2146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69093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167188" indent="-357187" algn="l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606519de24c35" /><Relationship Type="http://schemas.openxmlformats.org/officeDocument/2006/relationships/slideLayout" Target="/ppt/slideLayouts/slideLayout1.xml" Id="R892f9f0853554ad8" /><Relationship Type="http://schemas.openxmlformats.org/officeDocument/2006/relationships/slideLayout" Target="/ppt/slideLayouts/slideLayout2.xml" Id="R648b0751346e450e" /><Relationship Type="http://schemas.openxmlformats.org/officeDocument/2006/relationships/slideLayout" Target="/ppt/slideLayouts/slideLayout3.xml" Id="R322b809529824ef0" /><Relationship Type="http://schemas.openxmlformats.org/officeDocument/2006/relationships/slideLayout" Target="/ppt/slideLayouts/slideLayout4.xml" Id="R22252d967ce44825" /><Relationship Type="http://schemas.openxmlformats.org/officeDocument/2006/relationships/slideLayout" Target="/ppt/slideLayouts/slideLayout5.xml" Id="Raeab1caa449247a4" /><Relationship Type="http://schemas.openxmlformats.org/officeDocument/2006/relationships/slideLayout" Target="/ppt/slideLayouts/slideLayout6.xml" Id="R81faa17b83b147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2f9f0853554ad8"/>
    <p:sldLayoutId xmlns:r="http://schemas.openxmlformats.org/officeDocument/2006/relationships" id="2147483650" r:id="R648b0751346e450e"/>
    <p:sldLayoutId xmlns:r="http://schemas.openxmlformats.org/officeDocument/2006/relationships" id="2147483651" r:id="R322b809529824ef0"/>
    <p:sldLayoutId xmlns:r="http://schemas.openxmlformats.org/officeDocument/2006/relationships" id="2147483652" r:id="R22252d967ce44825"/>
    <p:sldLayoutId xmlns:r="http://schemas.openxmlformats.org/officeDocument/2006/relationships" id="2147483653" r:id="Raeab1caa449247a4"/>
    <p:sldLayoutId xmlns:r="http://schemas.openxmlformats.org/officeDocument/2006/relationships" id="2147483654" r:id="R81faa17b83b147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402a576bd4674" /><Relationship Type="http://schemas.openxmlformats.org/officeDocument/2006/relationships/notesSlide" Target="/ppt/notesSlides/notesSlide1.xml" Id="Re6e366a4f31543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9" name="element-0">
            <a:extLst xmlns:a="http://schemas.openxmlformats.org/drawingml/2006/main">
              <a:ext uri="{FF2B5EF4-FFF2-40B4-BE49-F238E27FC236}">
                <a16:creationId xmlns:a16="http://schemas.microsoft.com/office/drawing/2014/main" id="{9E8B65F0-057B-42DD-BDBD-AF17F01E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0" cy="1552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91C0FB-36A5-4800-8B7E-420BB164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394"/>
            <a:ext cx="18211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B3D"/>
                </a:solidFill>
                <a:latin typeface="Arial"/>
                <a:ea typeface="Arial"/>
                <a:cs typeface="Arial"/>
              </a:rPr>
              <a:t>Experimental motivation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FDF0F2-C3F1-40AB-BD10-0102C9EE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7876"/>
            <a:ext cx="1821180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1064 nm irradiation of Fe₃O₄ beads in liquid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62DDDD-E3C2-4978-A37B-384408AD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09066"/>
            <a:ext cx="18211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Observed dark-region growth, contraction and episodic optical emission</a:t>
            </a:r>
          </a:p>
        </p:txBody>
      </p:sp>
      <p:sp>
        <p:nvSpPr>
          <p:cNvPr id="5" name="element-4">
            <a:extLst xmlns:a="http://schemas.openxmlformats.org/drawingml/2006/main">
              <a:ext uri="{FF2B5EF4-FFF2-40B4-BE49-F238E27FC236}">
                <a16:creationId xmlns:a16="http://schemas.microsoft.com/office/drawing/2014/main" id="{7611C1EF-8305-48C9-A28F-C675516D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76238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D97D31F-39C2-4B0D-91E2-35862B8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233363"/>
            <a:ext cx="3819525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Implemented proxy</a:t>
            </a:r>
          </a:p>
        </p:txBody>
      </p:sp>
      <p:sp>
        <p:nvSpPr>
          <p:cNvPr id="7" name="element-6">
            <a:extLst xmlns:a="http://schemas.openxmlformats.org/drawingml/2006/main">
              <a:ext uri="{FF2B5EF4-FFF2-40B4-BE49-F238E27FC236}">
                <a16:creationId xmlns:a16="http://schemas.microsoft.com/office/drawing/2014/main" id="{76ADBE36-77F0-4ADE-8351-EADE844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858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1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7">
            <a:extLst xmlns:a="http://schemas.openxmlformats.org/drawingml/2006/main">
              <a:ext uri="{FF2B5EF4-FFF2-40B4-BE49-F238E27FC236}">
                <a16:creationId xmlns:a16="http://schemas.microsoft.com/office/drawing/2014/main" id="{C40DB3A8-A2C2-4B49-9F22-FE51C917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75" y="7858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1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8">
            <a:extLst xmlns:a="http://schemas.openxmlformats.org/drawingml/2006/main">
              <a:ext uri="{FF2B5EF4-FFF2-40B4-BE49-F238E27FC236}">
                <a16:creationId xmlns:a16="http://schemas.microsoft.com/office/drawing/2014/main" id="{32E62801-ABD7-4AD4-8BA2-6B979531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7858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1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lement-9">
            <a:extLst xmlns:a="http://schemas.openxmlformats.org/drawingml/2006/main">
              <a:ext uri="{FF2B5EF4-FFF2-40B4-BE49-F238E27FC236}">
                <a16:creationId xmlns:a16="http://schemas.microsoft.com/office/drawing/2014/main" id="{3AFDCEDA-5371-4980-A5C1-79916F17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7525" y="7858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1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458766B-1E20-4408-A786-F2DB59B8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642938"/>
            <a:ext cx="3819525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Further physics / tests</a:t>
            </a:r>
          </a:p>
        </p:txBody>
      </p:sp>
      <p:sp>
        <p:nvSpPr>
          <p:cNvPr id="12" name="element-11">
            <a:extLst xmlns:a="http://schemas.openxmlformats.org/drawingml/2006/main">
              <a:ext uri="{FF2B5EF4-FFF2-40B4-BE49-F238E27FC236}">
                <a16:creationId xmlns:a16="http://schemas.microsoft.com/office/drawing/2014/main" id="{2EE0A190-87EE-455A-9492-4F35DA2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18211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3335">
            <a:solidFill>
              <a:srgbClr val="156181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24C5747-E25E-44D1-8073-4BBDCC53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4579"/>
            <a:ext cx="1801177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6181"/>
                </a:solidFill>
                <a:latin typeface="Arial"/>
                <a:ea typeface="Arial"/>
                <a:cs typeface="Arial"/>
              </a:rPr>
              <a:t>A   Single-bubble source models (Figures 2–3)</a:t>
            </a:r>
          </a:p>
        </p:txBody>
      </p:sp>
      <p:sp>
        <p:nvSpPr>
          <p:cNvPr id="14" name="element-13">
            <a:extLst xmlns:a="http://schemas.openxmlformats.org/drawingml/2006/main">
              <a:ext uri="{FF2B5EF4-FFF2-40B4-BE49-F238E27FC236}">
                <a16:creationId xmlns:a16="http://schemas.microsoft.com/office/drawing/2014/main" id="{0545D880-6FD2-42CF-A5FF-FDCB93E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9050">
            <a:solidFill>
              <a:srgbClr val="156181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D4DC576-DADD-4032-B5C2-7D6BA426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458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6181"/>
                </a:solidFill>
                <a:latin typeface="Arial"/>
                <a:ea typeface="Arial"/>
                <a:cs typeface="Arial"/>
              </a:rPr>
              <a:t>Laser gate and energy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6CC02E8-FEFD-4671-9231-54369EB6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0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60 s ON / 30 s OFF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070648E-3BC9-4B0C-8DDA-60ED11E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1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Stored-energy proxy E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4FE76B34-9FDA-4E54-96F1-B246AA7C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2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Fig. 3 loading affects source</a:t>
            </a:r>
          </a:p>
        </p:txBody>
      </p:sp>
      <p:sp>
        <p:nvSpPr>
          <p:cNvPr id="19" name="element-18">
            <a:extLst xmlns:a="http://schemas.openxmlformats.org/drawingml/2006/main">
              <a:ext uri="{FF2B5EF4-FFF2-40B4-BE49-F238E27FC236}">
                <a16:creationId xmlns:a16="http://schemas.microsoft.com/office/drawing/2014/main" id="{BBBD3C97-8147-49E5-BC1D-D1DA0171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8136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lement-19">
            <a:extLst xmlns:a="http://schemas.openxmlformats.org/drawingml/2006/main">
              <a:ext uri="{FF2B5EF4-FFF2-40B4-BE49-F238E27FC236}">
                <a16:creationId xmlns:a16="http://schemas.microsoft.com/office/drawing/2014/main" id="{F04CBC19-182C-4E4B-862F-F8CA702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72038" y="3243263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lement-20">
            <a:extLst xmlns:a="http://schemas.openxmlformats.org/drawingml/2006/main">
              <a:ext uri="{FF2B5EF4-FFF2-40B4-BE49-F238E27FC236}">
                <a16:creationId xmlns:a16="http://schemas.microsoft.com/office/drawing/2014/main" id="{B7550CB1-B60F-4130-9A93-123F643A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3837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9050">
            <a:solidFill>
              <a:srgbClr val="156181"/>
            </a:solidFill>
            <a:prstDash val="solid"/>
          </a:ln>
        </p:spPr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BFE994DE-2609-4AA5-A3A9-16A5BEF1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9458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6181"/>
                </a:solidFill>
                <a:latin typeface="Arial"/>
                <a:ea typeface="Arial"/>
                <a:cs typeface="Arial"/>
              </a:rPr>
              <a:t>Radial calculation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4C8838E4-9FBB-4D34-8924-CB14C1B1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80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Spring force and damping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315301A9-8ECB-4539-82A4-319FFB77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61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Energy-to-pressure mapping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80F9DC97-487E-4C3F-8A0B-F395F52A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42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Radius and velocity clipped</a:t>
            </a:r>
          </a:p>
        </p:txBody>
      </p:sp>
      <p:sp>
        <p:nvSpPr>
          <p:cNvPr id="26" name="element-25">
            <a:extLst xmlns:a="http://schemas.openxmlformats.org/drawingml/2006/main">
              <a:ext uri="{FF2B5EF4-FFF2-40B4-BE49-F238E27FC236}">
                <a16:creationId xmlns:a16="http://schemas.microsoft.com/office/drawing/2014/main" id="{F110FE10-BFF9-4C12-8CA1-CFBEAB9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8136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lement-26">
            <a:extLst xmlns:a="http://schemas.openxmlformats.org/drawingml/2006/main">
              <a:ext uri="{FF2B5EF4-FFF2-40B4-BE49-F238E27FC236}">
                <a16:creationId xmlns:a16="http://schemas.microsoft.com/office/drawing/2014/main" id="{A8507203-9FE5-4ED9-99B3-76BB3CD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9763" y="3243263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lement-27">
            <a:extLst xmlns:a="http://schemas.openxmlformats.org/drawingml/2006/main">
              <a:ext uri="{FF2B5EF4-FFF2-40B4-BE49-F238E27FC236}">
                <a16:creationId xmlns:a16="http://schemas.microsoft.com/office/drawing/2014/main" id="{0CF05644-9EAD-40B9-B4E1-E12F143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3837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9050">
            <a:solidFill>
              <a:srgbClr val="156181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892AFB71-F6E8-4430-A03B-FB6A7B4E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9458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6181"/>
                </a:solidFill>
                <a:latin typeface="Arial"/>
                <a:ea typeface="Arial"/>
                <a:cs typeface="Arial"/>
              </a:rPr>
              <a:t>Event rule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C3C8647A-FDF6-4C41-B3AE-7EC0AEC8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80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R &lt;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R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c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and v &lt; 0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R &lt;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R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c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and v &lt; 0</a:t>
                </a:r>
              </mc:Fallback>
            </mc:AlternateContent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176C1FAE-646B-4C86-AA03-2C371B44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61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Armed + 0.5 s cooldown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FE76B79E-CA0F-4D77-8727-B2574E5A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42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Rearm when R &gt; 1.2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R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c</ns0:t>
                          </ns0:r>
                        </ns0:sub>
                      </ns0:sSub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Rearm when R &gt; 1.2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R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c</a:t>
                </a:r>
              </mc:Fallback>
            </mc:AlternateContent>
          </a:p>
        </p:txBody>
      </p:sp>
      <p:sp>
        <p:nvSpPr>
          <p:cNvPr id="33" name="element-32">
            <a:extLst xmlns:a="http://schemas.openxmlformats.org/drawingml/2006/main">
              <a:ext uri="{FF2B5EF4-FFF2-40B4-BE49-F238E27FC236}">
                <a16:creationId xmlns:a16="http://schemas.microsoft.com/office/drawing/2014/main" id="{170606E7-DB72-45D4-ACEA-E97C2EC8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28136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lement-33">
            <a:extLst xmlns:a="http://schemas.openxmlformats.org/drawingml/2006/main">
              <a:ext uri="{FF2B5EF4-FFF2-40B4-BE49-F238E27FC236}">
                <a16:creationId xmlns:a16="http://schemas.microsoft.com/office/drawing/2014/main" id="{6F13D5E6-B9E2-4842-BC3F-1D781F0C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187488" y="3243263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lement-34">
            <a:extLst xmlns:a="http://schemas.openxmlformats.org/drawingml/2006/main">
              <a:ext uri="{FF2B5EF4-FFF2-40B4-BE49-F238E27FC236}">
                <a16:creationId xmlns:a16="http://schemas.microsoft.com/office/drawing/2014/main" id="{6A3B77A2-409C-48AB-AA52-6E6EC18A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223837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19050">
            <a:solidFill>
              <a:srgbClr val="156181"/>
            </a:solidFill>
            <a:prstDash val="solid"/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44F36DE-89A9-4EC0-A34B-A0D3795B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239458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6181"/>
                </a:solidFill>
                <a:latin typeface="Arial"/>
                <a:ea typeface="Arial"/>
                <a:cs typeface="Arial"/>
              </a:rPr>
              <a:t>Flash and diagnostics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635A5F91-167B-4718-BDBF-B51F482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2880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Assigned event energy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57731838-BEC2-4CDF-B698-7E69838A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261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Exponential flash response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19406E36-80E0-4031-8D91-F85E407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64274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Fig. 3: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diag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and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A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diag</ns0:t>
                          </ns0:r>
                        </ns0:sub>
                      </ns0:sSub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Fig. 3: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diag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and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A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diag</a:t>
                </a:r>
              </mc:Fallback>
            </mc:AlternateContent>
          </a:p>
        </p:txBody>
      </p:sp>
      <p:sp>
        <p:nvSpPr>
          <p:cNvPr id="40" name="element-39">
            <a:extLst xmlns:a="http://schemas.openxmlformats.org/drawingml/2006/main">
              <a:ext uri="{FF2B5EF4-FFF2-40B4-BE49-F238E27FC236}">
                <a16:creationId xmlns:a16="http://schemas.microsoft.com/office/drawing/2014/main" id="{30DDF7DF-FE29-4F31-B8A1-8259A6E0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43425"/>
            <a:ext cx="18211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2383">
            <a:solidFill>
              <a:srgbClr val="B4CEDB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66877FC3-DD36-4E6C-81C6-A85EFB03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6857"/>
            <a:ext cx="180022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0"/>
                        </ns0:rPr>
                        <ns0:t xml:space="preserve">Figure 3 optics: τ =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τ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0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0"/>
                        </ns0:rPr>
                        <ns0:t xml:space="preserve">(1 + 4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M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np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0"/>
                        </ns0:rPr>
                        <ns0:t xml:space="preserve">), 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diag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0"/>
                        </ns0:rPr>
                        <ns0:t xml:space="preserve"> = exp(−τ), 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A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diag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0"/>
                        </ns0:rPr>
                        <ns0:t xml:space="preserve"> = 1 −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diag</ns0:t>
                          </ns0:r>
                        </ns0:sub>
                      </ns0:sSub>
                    </ns0:oMath>
                  </ns0:oMathPara>
                </a14:m>
              </mc:Choice>
              <mc:Fallback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Figure 3 optics: τ = 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τ</a:t>
                </a:r>
                <a:r>
                  <a:rPr sz="2025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0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(1 + 4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M</a:t>
                </a:r>
                <a:r>
                  <a:rPr sz="2025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np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),  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025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diag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= exp(−τ),  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A</a:t>
                </a:r>
                <a:r>
                  <a:rPr sz="2025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diag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= 1 − </a:t>
                </a:r>
                <a:r>
                  <a:rPr sz="2025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025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diag</a:t>
                </a:r>
              </mc:Fallback>
            </mc:AlternateContent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D858C5B0-351C-4423-BFDB-91D044E0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2132"/>
            <a:ext cx="180022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61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6181"/>
                </a:solidFill>
                <a:latin typeface="Arial"/>
                <a:ea typeface="Arial"/>
                <a:cs typeface="Arial"/>
              </a:rPr>
              <a:t>These absorption-only fractions are diagnostics and do not enter the energy update.</a:t>
            </a:r>
          </a:p>
        </p:txBody>
      </p:sp>
      <p:sp>
        <p:nvSpPr>
          <p:cNvPr id="43" name="element-42">
            <a:extLst xmlns:a="http://schemas.openxmlformats.org/drawingml/2006/main">
              <a:ext uri="{FF2B5EF4-FFF2-40B4-BE49-F238E27FC236}">
                <a16:creationId xmlns:a16="http://schemas.microsoft.com/office/drawing/2014/main" id="{8869FC4D-B2DC-4E5E-899C-67F3C965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95925"/>
            <a:ext cx="18211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AED"/>
          </a:solidFill>
          <a:ln xmlns:a="http://schemas.openxmlformats.org/drawingml/2006/main" w="13335">
            <a:solidFill>
              <a:srgbClr val="8C5A14"/>
            </a:solidFill>
            <a:prstDash val="solid"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874B8780-2A07-485A-8835-8D41BEB1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7454"/>
            <a:ext cx="1801177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C5A14"/>
                </a:solidFill>
                <a:latin typeface="Arial"/>
                <a:ea typeface="Arial"/>
                <a:cs typeface="Arial"/>
              </a:rPr>
              <a:t>B   Two-reservoir ensemble with logistic activation (Figure 5)</a:t>
            </a:r>
          </a:p>
        </p:txBody>
      </p:sp>
      <p:sp>
        <p:nvSpPr>
          <p:cNvPr id="45" name="element-44">
            <a:extLst xmlns:a="http://schemas.openxmlformats.org/drawingml/2006/main">
              <a:ext uri="{FF2B5EF4-FFF2-40B4-BE49-F238E27FC236}">
                <a16:creationId xmlns:a16="http://schemas.microsoft.com/office/drawing/2014/main" id="{440B8612-4FA3-4AE0-B55F-BA8A004F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AED"/>
          </a:solidFill>
          <a:ln xmlns:a="http://schemas.openxmlformats.org/drawingml/2006/main" w="19050">
            <a:solidFill>
              <a:srgbClr val="8C5A14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ABBBD3AB-EFFD-4763-AAD0-B0237C0D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746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5A14"/>
                </a:solidFill>
                <a:latin typeface="Arial"/>
                <a:ea typeface="Arial"/>
                <a:cs typeface="Arial"/>
              </a:rPr>
              <a:t>Absorbed laser power</a:t>
            </a:r>
          </a:p>
        </p:txBody>
      </p:sp>
      <p:sp>
        <p:nvSpPr>
          <p:cNvPr id="47" name="text-46">
            <a:extLst xmlns:a="http://schemas.openxmlformats.org/drawingml/2006/main">
              <a:ext uri="{FF2B5EF4-FFF2-40B4-BE49-F238E27FC236}">
                <a16:creationId xmlns:a16="http://schemas.microsoft.com/office/drawing/2014/main" id="{A369D5C4-B504-450E-8997-9C7D4C6F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33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P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abs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= L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P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in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f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abs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(R)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P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abs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= L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P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in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f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abs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(R)</a:t>
                </a:r>
              </mc:Fallback>
            </mc:AlternateContent>
          </a:p>
        </p:txBody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26DD248D-95F9-49DA-9444-D4FDB7B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14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Effective local power scale</a:t>
            </a:r>
          </a:p>
        </p:txBody>
      </p:sp>
      <p:sp>
        <p:nvSpPr>
          <p:cNvPr id="49" name="text-48">
            <a:extLst xmlns:a="http://schemas.openxmlformats.org/drawingml/2006/main">
              <a:ext uri="{FF2B5EF4-FFF2-40B4-BE49-F238E27FC236}">
                <a16:creationId xmlns:a16="http://schemas.microsoft.com/office/drawing/2014/main" id="{D6500EF9-E834-4EA3-80AA-F34CFADE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95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80 µs gate, 75% ON</a:t>
            </a:r>
          </a:p>
        </p:txBody>
      </p:sp>
      <p:sp>
        <p:nvSpPr>
          <p:cNvPr id="50" name="element-49">
            <a:extLst xmlns:a="http://schemas.openxmlformats.org/drawingml/2006/main">
              <a:ext uri="{FF2B5EF4-FFF2-40B4-BE49-F238E27FC236}">
                <a16:creationId xmlns:a16="http://schemas.microsoft.com/office/drawing/2014/main" id="{F06A3A7E-60D4-472C-B1A0-C18C038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234238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element-50">
            <a:extLst xmlns:a="http://schemas.openxmlformats.org/drawingml/2006/main">
              <a:ext uri="{FF2B5EF4-FFF2-40B4-BE49-F238E27FC236}">
                <a16:creationId xmlns:a16="http://schemas.microsoft.com/office/drawing/2014/main" id="{29CA2446-B8CC-41A7-901E-4A787829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72038" y="7196138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element-51">
            <a:extLst xmlns:a="http://schemas.openxmlformats.org/drawingml/2006/main">
              <a:ext uri="{FF2B5EF4-FFF2-40B4-BE49-F238E27FC236}">
                <a16:creationId xmlns:a16="http://schemas.microsoft.com/office/drawing/2014/main" id="{6994FDB4-FA76-49C1-BDAB-1996CD50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191250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AED"/>
          </a:solidFill>
          <a:ln xmlns:a="http://schemas.openxmlformats.org/drawingml/2006/main" w="19050">
            <a:solidFill>
              <a:srgbClr val="8C5A14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CEBF807E-EBB6-4582-8DF8-280B2D76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34746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5A14"/>
                </a:solidFill>
                <a:latin typeface="Arial"/>
                <a:ea typeface="Arial"/>
                <a:cs typeface="Arial"/>
              </a:rPr>
              <a:t>Two thermal reservoirs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30BFA80B-7227-419C-B613-AD77BBA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833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Separate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e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,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i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balances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Separate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,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i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balances</a:t>
                </a:r>
              </mc:Fallback>
            </mc:AlternateContent>
          </a:p>
        </p:txBody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C13DE8F0-1445-4994-B8F9-B9259FCC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214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Heating, exchange, cooling</a:t>
            </a:r>
          </a:p>
        </p:txBody>
      </p:sp>
      <p:sp>
        <p:nvSpPr>
          <p:cNvPr id="56" name="text-55">
            <a:extLst xmlns:a="http://schemas.openxmlformats.org/drawingml/2006/main">
              <a:ext uri="{FF2B5EF4-FFF2-40B4-BE49-F238E27FC236}">
                <a16:creationId xmlns:a16="http://schemas.microsoft.com/office/drawing/2014/main" id="{E543DDA5-E708-4B47-90A9-750D2F87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595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Logistic activation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x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e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(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e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)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Logistic activation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x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(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)</a:t>
                </a:r>
              </mc:Fallback>
            </mc:AlternateContent>
          </a:p>
        </p:txBody>
      </p:sp>
      <p:sp>
        <p:nvSpPr>
          <p:cNvPr id="57" name="element-56">
            <a:extLst xmlns:a="http://schemas.openxmlformats.org/drawingml/2006/main">
              <a:ext uri="{FF2B5EF4-FFF2-40B4-BE49-F238E27FC236}">
                <a16:creationId xmlns:a16="http://schemas.microsoft.com/office/drawing/2014/main" id="{1D064C9D-C9AD-47B5-912B-D9867E4F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234238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element-57">
            <a:extLst xmlns:a="http://schemas.openxmlformats.org/drawingml/2006/main">
              <a:ext uri="{FF2B5EF4-FFF2-40B4-BE49-F238E27FC236}">
                <a16:creationId xmlns:a16="http://schemas.microsoft.com/office/drawing/2014/main" id="{7B47B051-7869-48CE-B094-122F3E7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9763" y="7196138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element-58">
            <a:extLst xmlns:a="http://schemas.openxmlformats.org/drawingml/2006/main">
              <a:ext uri="{FF2B5EF4-FFF2-40B4-BE49-F238E27FC236}">
                <a16:creationId xmlns:a16="http://schemas.microsoft.com/office/drawing/2014/main" id="{1E38C488-EA3E-4278-85CC-35A34F33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191250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AED"/>
          </a:solidFill>
          <a:ln xmlns:a="http://schemas.openxmlformats.org/drawingml/2006/main" w="19050">
            <a:solidFill>
              <a:srgbClr val="8C5A14"/>
            </a:solidFill>
            <a:prstDash val="solid"/>
          </a:ln>
        </p:spPr>
      </p:sp>
      <p:sp>
        <p:nvSpPr>
          <p:cNvPr id="60" name="text-59">
            <a:extLst xmlns:a="http://schemas.openxmlformats.org/drawingml/2006/main">
              <a:ext uri="{FF2B5EF4-FFF2-40B4-BE49-F238E27FC236}">
                <a16:creationId xmlns:a16="http://schemas.microsoft.com/office/drawing/2014/main" id="{E012D274-50DC-4AEA-B953-189EC644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34746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5A14"/>
                </a:solidFill>
                <a:latin typeface="Arial"/>
                <a:ea typeface="Arial"/>
                <a:cs typeface="Arial"/>
              </a:rPr>
              <a:t>Pressure and events*</a:t>
            </a:r>
          </a:p>
        </p:txBody>
      </p:sp>
      <p:sp>
        <p:nvSpPr>
          <p:cNvPr id="61" name="text-60">
            <a:extLst xmlns:a="http://schemas.openxmlformats.org/drawingml/2006/main">
              <a:ext uri="{FF2B5EF4-FFF2-40B4-BE49-F238E27FC236}">
                <a16:creationId xmlns:a16="http://schemas.microsoft.com/office/drawing/2014/main" id="{732BE573-10B5-4ACB-8C3B-C4959B5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833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Ideal-mixture drive pressure</a:t>
            </a:r>
          </a:p>
        </p:txBody>
      </p:sp>
      <p:sp>
        <p:nvSpPr>
          <p:cNvPr id="62" name="text-61">
            <a:extLst xmlns:a="http://schemas.openxmlformats.org/drawingml/2006/main">
              <a:ext uri="{FF2B5EF4-FFF2-40B4-BE49-F238E27FC236}">
                <a16:creationId xmlns:a16="http://schemas.microsoft.com/office/drawing/2014/main" id="{3CA2C007-1458-4773-8456-579C760A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214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Instantaneous coupling</a:t>
            </a:r>
          </a:p>
        </p:txBody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B4C79A56-3E8A-446C-93EE-2CE423AE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595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Downward radius crossing</a:t>
            </a:r>
          </a:p>
        </p:txBody>
      </p:sp>
      <p:sp>
        <p:nvSpPr>
          <p:cNvPr id="64" name="element-63">
            <a:extLst xmlns:a="http://schemas.openxmlformats.org/drawingml/2006/main">
              <a:ext uri="{FF2B5EF4-FFF2-40B4-BE49-F238E27FC236}">
                <a16:creationId xmlns:a16="http://schemas.microsoft.com/office/drawing/2014/main" id="{55290E2B-D789-415D-B632-8BB32959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7234238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element-64">
            <a:extLst xmlns:a="http://schemas.openxmlformats.org/drawingml/2006/main">
              <a:ext uri="{FF2B5EF4-FFF2-40B4-BE49-F238E27FC236}">
                <a16:creationId xmlns:a16="http://schemas.microsoft.com/office/drawing/2014/main" id="{BF4D0B17-FEAD-433C-99AA-79CDAFE0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187488" y="7196138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element-65">
            <a:extLst xmlns:a="http://schemas.openxmlformats.org/drawingml/2006/main">
              <a:ext uri="{FF2B5EF4-FFF2-40B4-BE49-F238E27FC236}">
                <a16:creationId xmlns:a16="http://schemas.microsoft.com/office/drawing/2014/main" id="{799E50CD-8C4A-4DE0-BA06-CE92771D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6191250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AED"/>
          </a:solidFill>
          <a:ln xmlns:a="http://schemas.openxmlformats.org/drawingml/2006/main" w="19050">
            <a:solidFill>
              <a:srgbClr val="8C5A14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E8CD8DA6-92BF-446D-9F66-E9214FA5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6347460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C5A1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5A14"/>
                </a:solidFill>
                <a:latin typeface="Arial"/>
                <a:ea typeface="Arial"/>
                <a:cs typeface="Arial"/>
              </a:rPr>
              <a:t>Camera response</a:t>
            </a:r>
          </a:p>
        </p:txBody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4C8D9AD4-AAED-4F47-A24B-3C046E5C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6833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Burst photon-source proxy</a:t>
            </a:r>
          </a:p>
        </p:txBody>
      </p:sp>
      <p:sp>
        <p:nvSpPr>
          <p:cNvPr id="69" name="text-68">
            <a:extLst xmlns:a="http://schemas.openxmlformats.org/drawingml/2006/main">
              <a:ext uri="{FF2B5EF4-FFF2-40B4-BE49-F238E27FC236}">
                <a16:creationId xmlns:a16="http://schemas.microsoft.com/office/drawing/2014/main" id="{6D8AC892-605F-43AA-81FA-D9CC792D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7214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20 µs detector response</a:t>
            </a:r>
          </a:p>
        </p:txBody>
      </p:sp>
      <p:sp>
        <p:nvSpPr>
          <p:cNvPr id="70" name="text-69">
            <a:extLst xmlns:a="http://schemas.openxmlformats.org/drawingml/2006/main">
              <a:ext uri="{FF2B5EF4-FFF2-40B4-BE49-F238E27FC236}">
                <a16:creationId xmlns:a16="http://schemas.microsoft.com/office/drawing/2014/main" id="{494165BB-1839-4BA0-9253-A5392130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7595616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Saturation in arbitrary units</a:t>
            </a:r>
          </a:p>
        </p:txBody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95020158-11CD-42CD-87D1-DFAEF11C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481632"/>
            <a:ext cx="180022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55121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e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0"/>
                        </ns0:rPr>
                        <ns0:t xml:space="preserve"> is a modeled reservoir temperature.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0"/>
                            </ns0:rPr>
                            <ns0:t xml:space="preserve">i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0"/>
                        </ns0:rPr>
                        <ns0:t xml:space="preserve"> evolves internally. The source does not calculate a spectrum.</ns0:t>
                      </ns0:r>
                    </ns0:oMath>
                  </ns0:oMathPara>
                </a14:m>
              </mc:Choice>
              <mc:Fallback>
                <a:r>
                  <a:rPr sz="2025" b="0">
                    <a:solidFill>
                      <a:srgbClr val="755121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025" b="0" baseline="-25000">
                    <a:solidFill>
                      <a:srgbClr val="755121"/>
                    </a:solidFill>
                    <a:latin typeface="Arial"/>
                    <a:ea typeface="Arial"/>
                    <a:cs typeface="Arial"/>
                  </a:rPr>
                  <a:t xml:space="preserve">e</a:t>
                </a:r>
                <a:r>
                  <a:rPr sz="2025" b="0">
                    <a:solidFill>
                      <a:srgbClr val="755121"/>
                    </a:solidFill>
                    <a:latin typeface="Arial"/>
                    <a:ea typeface="Arial"/>
                    <a:cs typeface="Arial"/>
                  </a:rPr>
                  <a:t xml:space="preserve"> is a modeled reservoir temperature. </a:t>
                </a:r>
                <a:r>
                  <a:rPr sz="2025" b="0">
                    <a:solidFill>
                      <a:srgbClr val="755121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025" b="0" baseline="-25000">
                    <a:solidFill>
                      <a:srgbClr val="755121"/>
                    </a:solidFill>
                    <a:latin typeface="Arial"/>
                    <a:ea typeface="Arial"/>
                    <a:cs typeface="Arial"/>
                  </a:rPr>
                  <a:t xml:space="preserve">i</a:t>
                </a:r>
                <a:r>
                  <a:rPr sz="2025" b="0">
                    <a:solidFill>
                      <a:srgbClr val="755121"/>
                    </a:solidFill>
                    <a:latin typeface="Arial"/>
                    <a:ea typeface="Arial"/>
                    <a:cs typeface="Arial"/>
                  </a:rPr>
                  <a:t xml:space="preserve"> evolves internally. The source does not calculate a spectrum.</a:t>
                </a:r>
              </mc:Fallback>
            </mc:AlternateContent>
          </a:p>
        </p:txBody>
      </p:sp>
      <p:sp>
        <p:nvSpPr>
          <p:cNvPr id="72" name="element-71">
            <a:extLst xmlns:a="http://schemas.openxmlformats.org/drawingml/2006/main">
              <a:ext uri="{FF2B5EF4-FFF2-40B4-BE49-F238E27FC236}">
                <a16:creationId xmlns:a16="http://schemas.microsoft.com/office/drawing/2014/main" id="{4A75288A-B81C-40AC-831A-7CF42A76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067800"/>
            <a:ext cx="1821180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13335">
            <a:solidFill>
              <a:srgbClr val="63529A"/>
            </a:solidFill>
            <a:prstDash val="solid"/>
          </a:ln>
        </p:spPr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D9DB976B-9FF7-4746-8A7E-53E34BB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109329"/>
            <a:ext cx="18011775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3529A"/>
                </a:solidFill>
                <a:latin typeface="Arial"/>
                <a:ea typeface="Arial"/>
                <a:cs typeface="Arial"/>
              </a:rPr>
              <a:t>C   Extended ensemble with Saha and loading feedback (Figure 6)</a:t>
            </a:r>
          </a:p>
        </p:txBody>
      </p:sp>
      <p:sp>
        <p:nvSpPr>
          <p:cNvPr id="74" name="element-73">
            <a:extLst xmlns:a="http://schemas.openxmlformats.org/drawingml/2006/main">
              <a:ext uri="{FF2B5EF4-FFF2-40B4-BE49-F238E27FC236}">
                <a16:creationId xmlns:a16="http://schemas.microsoft.com/office/drawing/2014/main" id="{464A4772-883E-45E0-8BC0-1D978232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6312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19050">
            <a:solidFill>
              <a:srgbClr val="63529A"/>
            </a:solidFill>
            <a:prstDash val="solid"/>
          </a:ln>
        </p:spPr>
      </p:sp>
      <p:sp>
        <p:nvSpPr>
          <p:cNvPr id="75" name="text-74">
            <a:extLst xmlns:a="http://schemas.openxmlformats.org/drawingml/2006/main">
              <a:ext uri="{FF2B5EF4-FFF2-40B4-BE49-F238E27FC236}">
                <a16:creationId xmlns:a16="http://schemas.microsoft.com/office/drawing/2014/main" id="{EF968E00-8541-43AE-B82D-081C60D8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1933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529A"/>
                </a:solidFill>
                <a:latin typeface="Arial"/>
                <a:ea typeface="Arial"/>
                <a:cs typeface="Arial"/>
              </a:rPr>
              <a:t>Loading feedback</a:t>
            </a:r>
          </a:p>
        </p:txBody>
      </p:sp>
      <p:sp>
        <p:nvSpPr>
          <p:cNvPr id="76" name="text-75">
            <a:extLst xmlns:a="http://schemas.openxmlformats.org/drawingml/2006/main">
              <a:ext uri="{FF2B5EF4-FFF2-40B4-BE49-F238E27FC236}">
                <a16:creationId xmlns:a16="http://schemas.microsoft.com/office/drawing/2014/main" id="{8622A573-B5FB-43C7-BA41-270AC275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05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Dimensionless M in [0, 10]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Dimensionless M in [0, 10]</a:t>
                </a:r>
              </mc:Fallback>
            </mc:AlternateContent>
          </a:p>
        </p:txBody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39450CC6-9F73-4DB8-95CD-142E134E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86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Absorption factor 1 + 0.25M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Absorption factor 1 + 0.25M</a:t>
                </a:r>
              </mc:Fallback>
            </mc:AlternateContent>
          </a:p>
        </p:txBody>
      </p:sp>
      <p:sp>
        <p:nvSpPr>
          <p:cNvPr id="78" name="text-77">
            <a:extLst xmlns:a="http://schemas.openxmlformats.org/drawingml/2006/main">
              <a:ext uri="{FF2B5EF4-FFF2-40B4-BE49-F238E27FC236}">
                <a16:creationId xmlns:a16="http://schemas.microsoft.com/office/drawing/2014/main" id="{07010245-3213-4F7E-9949-AF1E543E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67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Pressure-driven loading law</a:t>
            </a:r>
          </a:p>
        </p:txBody>
      </p:sp>
      <p:sp>
        <p:nvSpPr>
          <p:cNvPr id="79" name="element-78">
            <a:extLst xmlns:a="http://schemas.openxmlformats.org/drawingml/2006/main">
              <a:ext uri="{FF2B5EF4-FFF2-40B4-BE49-F238E27FC236}">
                <a16:creationId xmlns:a16="http://schemas.microsoft.com/office/drawing/2014/main" id="{60EE1F13-7BAF-4A4C-B80A-D8A1B44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080611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element-79">
            <a:extLst xmlns:a="http://schemas.openxmlformats.org/drawingml/2006/main">
              <a:ext uri="{FF2B5EF4-FFF2-40B4-BE49-F238E27FC236}">
                <a16:creationId xmlns:a16="http://schemas.microsoft.com/office/drawing/2014/main" id="{5559005C-C45B-4A12-9CDA-F5DDDC61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72038" y="10768013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element-80">
            <a:extLst xmlns:a="http://schemas.openxmlformats.org/drawingml/2006/main">
              <a:ext uri="{FF2B5EF4-FFF2-40B4-BE49-F238E27FC236}">
                <a16:creationId xmlns:a16="http://schemas.microsoft.com/office/drawing/2014/main" id="{1293EE6D-E29C-4F7F-99C1-3FD63CF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976312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19050">
            <a:solidFill>
              <a:srgbClr val="63529A"/>
            </a:solidFill>
            <a:prstDash val="solid"/>
          </a:ln>
        </p:spPr>
      </p:sp>
      <p:sp>
        <p:nvSpPr>
          <p:cNvPr id="82" name="text-81">
            <a:extLst xmlns:a="http://schemas.openxmlformats.org/drawingml/2006/main">
              <a:ext uri="{FF2B5EF4-FFF2-40B4-BE49-F238E27FC236}">
                <a16:creationId xmlns:a16="http://schemas.microsoft.com/office/drawing/2014/main" id="{5E668A03-6E3D-4ECF-9B63-24D1F883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91933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529A"/>
                </a:solidFill>
                <a:latin typeface="Arial"/>
                <a:ea typeface="Arial"/>
                <a:cs typeface="Arial"/>
              </a:rPr>
              <a:t>Thermal and Saha</a:t>
            </a:r>
          </a:p>
        </p:txBody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F1E9A53D-C63F-4C3C-BA77-B47D4A0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405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Separate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e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,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i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balances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Separate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,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i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balances</a:t>
                </a:r>
              </mc:Fallback>
            </mc:AlternateContent>
          </a:p>
        </p:txBody>
      </p:sp>
      <p:sp>
        <p:nvSpPr>
          <p:cNvPr id="84" name="text-83">
            <a:extLst xmlns:a="http://schemas.openxmlformats.org/drawingml/2006/main">
              <a:ext uri="{FF2B5EF4-FFF2-40B4-BE49-F238E27FC236}">
                <a16:creationId xmlns:a16="http://schemas.microsoft.com/office/drawing/2014/main" id="{DF483A40-4E00-4486-9A6E-F9412E05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786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Effective Saha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x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ion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(n,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e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)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Effective Saha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x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ion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(n,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)</a:t>
                </a:r>
              </mc:Fallback>
            </mc:AlternateContent>
          </a:p>
        </p:txBody>
      </p:sp>
      <p:sp>
        <p:nvSpPr>
          <p:cNvPr id="85" name="text-84">
            <a:extLst xmlns:a="http://schemas.openxmlformats.org/drawingml/2006/main">
              <a:ext uri="{FF2B5EF4-FFF2-40B4-BE49-F238E27FC236}">
                <a16:creationId xmlns:a16="http://schemas.microsoft.com/office/drawing/2014/main" id="{ECC8F5ED-0BAC-44E3-95AE-35C2EC98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1167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Effective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E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ion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= 12.6 eV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Effective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ion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= 12.6 eV</a:t>
                </a:r>
              </mc:Fallback>
            </mc:AlternateContent>
          </a:p>
        </p:txBody>
      </p:sp>
      <p:sp>
        <p:nvSpPr>
          <p:cNvPr id="86" name="element-85">
            <a:extLst xmlns:a="http://schemas.openxmlformats.org/drawingml/2006/main">
              <a:ext uri="{FF2B5EF4-FFF2-40B4-BE49-F238E27FC236}">
                <a16:creationId xmlns:a16="http://schemas.microsoft.com/office/drawing/2014/main" id="{DF94E78E-84AA-4396-9E8B-8198B71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080611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element-86">
            <a:extLst xmlns:a="http://schemas.openxmlformats.org/drawingml/2006/main">
              <a:ext uri="{FF2B5EF4-FFF2-40B4-BE49-F238E27FC236}">
                <a16:creationId xmlns:a16="http://schemas.microsoft.com/office/drawing/2014/main" id="{97DD9247-A7C7-4303-89AC-5A491C3E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9763" y="10768013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element-87">
            <a:extLst xmlns:a="http://schemas.openxmlformats.org/drawingml/2006/main">
              <a:ext uri="{FF2B5EF4-FFF2-40B4-BE49-F238E27FC236}">
                <a16:creationId xmlns:a16="http://schemas.microsoft.com/office/drawing/2014/main" id="{375DCB37-71DC-43B7-B83D-9BF87C71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976312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19050">
            <a:solidFill>
              <a:srgbClr val="63529A"/>
            </a:solidFill>
            <a:prstDash val="solid"/>
          </a:ln>
        </p:spPr>
      </p:sp>
      <p:sp>
        <p:nvSpPr>
          <p:cNvPr id="89" name="text-88">
            <a:extLst xmlns:a="http://schemas.openxmlformats.org/drawingml/2006/main">
              <a:ext uri="{FF2B5EF4-FFF2-40B4-BE49-F238E27FC236}">
                <a16:creationId xmlns:a16="http://schemas.microsoft.com/office/drawing/2014/main" id="{1331D533-A8A9-4CD0-844F-D08E679D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991933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529A"/>
                </a:solidFill>
                <a:latin typeface="Arial"/>
                <a:ea typeface="Arial"/>
                <a:cs typeface="Arial"/>
              </a:rPr>
              <a:t>Pressure interactions*</a:t>
            </a:r>
          </a:p>
        </p:txBody>
      </p:sp>
      <p:sp>
        <p:nvSpPr>
          <p:cNvPr id="90" name="text-89">
            <a:extLst xmlns:a="http://schemas.openxmlformats.org/drawingml/2006/main">
              <a:ext uri="{FF2B5EF4-FFF2-40B4-BE49-F238E27FC236}">
                <a16:creationId xmlns:a16="http://schemas.microsoft.com/office/drawing/2014/main" id="{7BE2D577-D32D-4116-AEB3-5A6AE26F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0405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Instantaneous coupling</a:t>
            </a:r>
          </a:p>
        </p:txBody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9A9F1DFB-6A98-4467-B029-39234F10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0786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arr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= </ns0:t>
                      </ns0:r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t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c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+ </ns0:t>
                      </ns0:r>
                      <ns0:f>
                        <ns0:num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r</ns0:t>
                          </ns0:r>
                        </ns0:num>
                        <ns0:den>
                          <ns0:sSub>
                            <ns0:e>
                              <ns0:r>
                                <ns0:rPr>
                                  <ns0:sty ns0:val="p"/>
                                </ns0:rPr>
                                <ns0:rPr xmlns:ns0="http://schemas.openxmlformats.org/wordprocessingml/2006/main">
                                  <ns0:rFonts ns0:ascii="Cambria Math" ns0:hAnsi="Cambria Math"/>
                                  <ns0:sz ns0:val="42"/>
                                </ns0:rPr>
                                <ns0:t xml:space="preserve">c</ns0:t>
                              </ns0:r>
                            </ns0:e>
                            <ns0:sub>
                              <ns0:r>
                                <ns0:rPr>
                                  <ns0:sty ns0:val="p"/>
                                </ns0:rPr>
                                <ns0:rPr xmlns:ns0="http://schemas.openxmlformats.org/wordprocessingml/2006/main">
                                  <ns0:rFonts ns0:ascii="Cambria Math" ns0:hAnsi="Cambria Math"/>
                                  <ns0:sz ns0:val="42"/>
                                </ns0:rPr>
                                <ns0:t xml:space="preserve">l</ns0:t>
                              </ns0:r>
                            </ns0:sub>
                          </ns0:sSub>
                        </ns0:den>
                      </ns0:f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arr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= 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t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c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+ r/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c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l</a:t>
                </a:r>
              </mc:Fallback>
            </mc:AlternateContent>
          </a:p>
        </p:txBody>
      </p:sp>
      <p:sp>
        <p:nvSpPr>
          <p:cNvPr id="92" name="text-91">
            <a:extLst xmlns:a="http://schemas.openxmlformats.org/drawingml/2006/main">
              <a:ext uri="{FF2B5EF4-FFF2-40B4-BE49-F238E27FC236}">
                <a16:creationId xmlns:a16="http://schemas.microsoft.com/office/drawing/2014/main" id="{4806E8F7-E6C3-4C0C-B103-14B0A9E4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1167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sSub>
                        <ns0:e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c</ns0:t>
                          </ns0:r>
                        </ns0:e>
                        <ns0:sub>
                          <ns0:r>
                            <ns0:rPr>
                              <ns0:sty ns0:val="p"/>
                            </ns0:rPr>
                            <ns0:rPr xmlns:ns0="http://schemas.openxmlformats.org/wordprocessingml/2006/main">
                              <ns0:rFonts ns0:ascii="Cambria Math" ns0:hAnsi="Cambria Math"/>
                              <ns0:sz ns0:val="42"/>
                            </ns0:rPr>
                            <ns0:t xml:space="preserve">l</ns0:t>
                          </ns0:r>
                        </ns0:sub>
                      </ns0:sSub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 = 1500 m/s; decay 3 µs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c</a:t>
                </a:r>
                <a:r>
                  <a:rPr sz="2100" b="0" baseline="-2500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l</a:t>
                </a:r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 = 1500 m/s; decay 3 µs</a:t>
                </a:r>
              </mc:Fallback>
            </mc:AlternateContent>
          </a:p>
        </p:txBody>
      </p:sp>
      <p:sp>
        <p:nvSpPr>
          <p:cNvPr id="93" name="element-92">
            <a:extLst xmlns:a="http://schemas.openxmlformats.org/drawingml/2006/main">
              <a:ext uri="{FF2B5EF4-FFF2-40B4-BE49-F238E27FC236}">
                <a16:creationId xmlns:a16="http://schemas.microsoft.com/office/drawing/2014/main" id="{19B85E41-385A-45DE-917F-66E95B77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10806113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element-93">
            <a:extLst xmlns:a="http://schemas.openxmlformats.org/drawingml/2006/main">
              <a:ext uri="{FF2B5EF4-FFF2-40B4-BE49-F238E27FC236}">
                <a16:creationId xmlns:a16="http://schemas.microsoft.com/office/drawing/2014/main" id="{6A0987A6-E398-4176-ADCF-172FFA2E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187488" y="10768013"/>
            <a:ext cx="133350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3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element-94">
            <a:extLst xmlns:a="http://schemas.openxmlformats.org/drawingml/2006/main">
              <a:ext uri="{FF2B5EF4-FFF2-40B4-BE49-F238E27FC236}">
                <a16:creationId xmlns:a16="http://schemas.microsoft.com/office/drawing/2014/main" id="{0D1AA982-1F7C-4AC5-AEEB-09E7327B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9763125"/>
            <a:ext cx="42291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5F2FB"/>
          </a:solidFill>
          <a:ln xmlns:a="http://schemas.openxmlformats.org/drawingml/2006/main" w="19050">
            <a:solidFill>
              <a:srgbClr val="63529A"/>
            </a:solidFill>
            <a:prstDash val="solid"/>
          </a:ln>
        </p:spPr>
      </p:sp>
      <p:sp>
        <p:nvSpPr>
          <p:cNvPr id="96" name="text-95">
            <a:extLst xmlns:a="http://schemas.openxmlformats.org/drawingml/2006/main">
              <a:ext uri="{FF2B5EF4-FFF2-40B4-BE49-F238E27FC236}">
                <a16:creationId xmlns:a16="http://schemas.microsoft.com/office/drawing/2014/main" id="{5C4DB21D-A4E4-403C-82B3-66966BCF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9919335"/>
            <a:ext cx="3857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352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529A"/>
                </a:solidFill>
                <a:latin typeface="Arial"/>
                <a:ea typeface="Arial"/>
                <a:cs typeface="Arial"/>
              </a:rPr>
              <a:t>Events and detector</a:t>
            </a:r>
          </a:p>
        </p:txBody>
      </p: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CFDCB496-DA93-4ADA-8C08-6DEE6B94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10405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Radius-crossing trigger</a:t>
            </a:r>
          </a:p>
        </p:txBody>
      </p:sp>
      <p:sp>
        <p:nvSpPr>
          <p:cNvPr id="98" name="text-97">
            <a:extLst xmlns:a="http://schemas.openxmlformats.org/drawingml/2006/main">
              <a:ext uri="{FF2B5EF4-FFF2-40B4-BE49-F238E27FC236}">
                <a16:creationId xmlns:a16="http://schemas.microsoft.com/office/drawing/2014/main" id="{67937FA2-3B50-49F4-81A2-612AE59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10786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ns0:oMathPara xmlns:ns0="http://schemas.openxmlformats.org/officeDocument/2006/math">
                    <ns0:oMath>
                      <ns0:r>
                        <ns0:rPr>
                          <ns0:sty ns0:val="p"/>
                        </ns0:rPr>
                        <ns0:rPr xmlns:ns0="http://schemas.openxmlformats.org/wordprocessingml/2006/main">
                          <ns0:rFonts ns0:ascii="Cambria Math" ns0:hAnsi="Cambria Math"/>
                          <ns0:sz ns0:val="42"/>
                        </ns0:rPr>
                        <ns0:t xml:space="preserve">Emission factor 1 + 0.35⟨M⟩</ns0:t>
                      </ns0:r>
                    </ns0:oMath>
                  </ns0:oMathPara>
                </a14:m>
              </mc:Choice>
              <mc:Fallback>
                <a:r>
                  <a:rPr sz="2100" b="0">
                    <a:solidFill>
                      <a:srgbClr val="172B3D"/>
                    </a:solidFill>
                    <a:latin typeface="Arial"/>
                    <a:ea typeface="Arial"/>
                    <a:cs typeface="Arial"/>
                  </a:rPr>
                  <a:t xml:space="preserve">Emission factor 1 + 0.35⟨M⟩</a:t>
                </a:r>
              </mc:Fallback>
            </mc:AlternateContent>
          </a:p>
        </p:txBody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71A2939E-8BB6-4E3B-A74F-F347E66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11167491"/>
            <a:ext cx="385762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Camera in arbitrary units</a:t>
            </a:r>
          </a:p>
        </p:txBody>
      </p:sp>
      <p:sp>
        <p:nvSpPr>
          <p:cNvPr id="100" name="text-99">
            <a:extLst xmlns:a="http://schemas.openxmlformats.org/drawingml/2006/main">
              <a:ext uri="{FF2B5EF4-FFF2-40B4-BE49-F238E27FC236}">
                <a16:creationId xmlns:a16="http://schemas.microsoft.com/office/drawing/2014/main" id="{E91A64E0-A715-4048-A78F-AAF96923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01322"/>
            <a:ext cx="180022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F52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527A"/>
                </a:solidFill>
                <a:latin typeface="Arial"/>
                <a:ea typeface="Arial"/>
                <a:cs typeface="Arial"/>
              </a:rPr>
              <a:t>Figures 3 and 6 include pressure-impulse or threshold damage indicators, without resolved membrane mechanics.</a:t>
            </a:r>
          </a:p>
        </p:txBody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EED2DA57-5FED-48AD-9648-DF30A8B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605195"/>
            <a:ext cx="18211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5261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616E"/>
                </a:solidFill>
                <a:latin typeface="Arial"/>
                <a:ea typeface="Arial"/>
                <a:cs typeface="Arial"/>
              </a:rPr>
              <a:t>Further physics and validation beyond these implementations</a:t>
            </a:r>
          </a:p>
        </p:txBody>
      </p:sp>
      <p:sp>
        <p:nvSpPr>
          <p:cNvPr id="102" name="element-101">
            <a:extLst xmlns:a="http://schemas.openxmlformats.org/drawingml/2006/main">
              <a:ext uri="{FF2B5EF4-FFF2-40B4-BE49-F238E27FC236}">
                <a16:creationId xmlns:a16="http://schemas.microsoft.com/office/drawing/2014/main" id="{AEAB401A-58E1-4330-BC6B-FCF24EE1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54025"/>
            <a:ext cx="33909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element-102">
            <a:extLst xmlns:a="http://schemas.openxmlformats.org/drawingml/2006/main">
              <a:ext uri="{FF2B5EF4-FFF2-40B4-BE49-F238E27FC236}">
                <a16:creationId xmlns:a16="http://schemas.microsoft.com/office/drawing/2014/main" id="{C8FC8F4D-6334-44F3-AD0B-0EB883F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element-103">
            <a:extLst xmlns:a="http://schemas.openxmlformats.org/drawingml/2006/main">
              <a:ext uri="{FF2B5EF4-FFF2-40B4-BE49-F238E27FC236}">
                <a16:creationId xmlns:a16="http://schemas.microsoft.com/office/drawing/2014/main" id="{DC258C94-C4CE-4855-9862-8CF84722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element-104">
            <a:extLst xmlns:a="http://schemas.openxmlformats.org/drawingml/2006/main">
              <a:ext uri="{FF2B5EF4-FFF2-40B4-BE49-F238E27FC236}">
                <a16:creationId xmlns:a16="http://schemas.microsoft.com/office/drawing/2014/main" id="{15EA9094-CB7E-4AA4-A184-C0B7596C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element-105">
            <a:extLst xmlns:a="http://schemas.openxmlformats.org/drawingml/2006/main">
              <a:ext uri="{FF2B5EF4-FFF2-40B4-BE49-F238E27FC236}">
                <a16:creationId xmlns:a16="http://schemas.microsoft.com/office/drawing/2014/main" id="{EE898532-DCFD-4B5A-B6A5-30399B14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element-106">
            <a:extLst xmlns:a="http://schemas.openxmlformats.org/drawingml/2006/main">
              <a:ext uri="{FF2B5EF4-FFF2-40B4-BE49-F238E27FC236}">
                <a16:creationId xmlns:a16="http://schemas.microsoft.com/office/drawing/2014/main" id="{A2000BCA-53F9-45BE-A4E3-9392342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element-107">
            <a:extLst xmlns:a="http://schemas.openxmlformats.org/drawingml/2006/main">
              <a:ext uri="{FF2B5EF4-FFF2-40B4-BE49-F238E27FC236}">
                <a16:creationId xmlns:a16="http://schemas.microsoft.com/office/drawing/2014/main" id="{35EBAB9B-91C4-467A-A574-3585363E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element-108">
            <a:extLst xmlns:a="http://schemas.openxmlformats.org/drawingml/2006/main">
              <a:ext uri="{FF2B5EF4-FFF2-40B4-BE49-F238E27FC236}">
                <a16:creationId xmlns:a16="http://schemas.microsoft.com/office/drawing/2014/main" id="{1A8DC983-0586-4D77-B5BA-B3BC8256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element-109">
            <a:extLst xmlns:a="http://schemas.openxmlformats.org/drawingml/2006/main">
              <a:ext uri="{FF2B5EF4-FFF2-40B4-BE49-F238E27FC236}">
                <a16:creationId xmlns:a16="http://schemas.microsoft.com/office/drawing/2014/main" id="{EF5CBFAE-EFE0-4FEE-9AC7-6C0DCE8C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element-110">
            <a:extLst xmlns:a="http://schemas.openxmlformats.org/drawingml/2006/main">
              <a:ext uri="{FF2B5EF4-FFF2-40B4-BE49-F238E27FC236}">
                <a16:creationId xmlns:a16="http://schemas.microsoft.com/office/drawing/2014/main" id="{592027EE-7445-45CE-96EB-2B927AE6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element-111">
            <a:extLst xmlns:a="http://schemas.openxmlformats.org/drawingml/2006/main">
              <a:ext uri="{FF2B5EF4-FFF2-40B4-BE49-F238E27FC236}">
                <a16:creationId xmlns:a16="http://schemas.microsoft.com/office/drawing/2014/main" id="{2891459B-1043-493D-8513-1287F3BA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element-112">
            <a:extLst xmlns:a="http://schemas.openxmlformats.org/drawingml/2006/main">
              <a:ext uri="{FF2B5EF4-FFF2-40B4-BE49-F238E27FC236}">
                <a16:creationId xmlns:a16="http://schemas.microsoft.com/office/drawing/2014/main" id="{76DB739D-03CE-4A4D-8903-EA2D30DE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element-113">
            <a:extLst xmlns:a="http://schemas.openxmlformats.org/drawingml/2006/main">
              <a:ext uri="{FF2B5EF4-FFF2-40B4-BE49-F238E27FC236}">
                <a16:creationId xmlns:a16="http://schemas.microsoft.com/office/drawing/2014/main" id="{12FF7603-F256-45CA-A33C-A624EFC7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element-114">
            <a:extLst xmlns:a="http://schemas.openxmlformats.org/drawingml/2006/main">
              <a:ext uri="{FF2B5EF4-FFF2-40B4-BE49-F238E27FC236}">
                <a16:creationId xmlns:a16="http://schemas.microsoft.com/office/drawing/2014/main" id="{CA531CD1-9342-4BE6-A1D9-53368CA3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element-115">
            <a:extLst xmlns:a="http://schemas.openxmlformats.org/drawingml/2006/main">
              <a:ext uri="{FF2B5EF4-FFF2-40B4-BE49-F238E27FC236}">
                <a16:creationId xmlns:a16="http://schemas.microsoft.com/office/drawing/2014/main" id="{E620CE9F-676B-47F7-9805-6F886869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element-116">
            <a:extLst xmlns:a="http://schemas.openxmlformats.org/drawingml/2006/main">
              <a:ext uri="{FF2B5EF4-FFF2-40B4-BE49-F238E27FC236}">
                <a16:creationId xmlns:a16="http://schemas.microsoft.com/office/drawing/2014/main" id="{F4B92DEB-56B9-4C0F-9714-4FFA6433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element-117">
            <a:extLst xmlns:a="http://schemas.openxmlformats.org/drawingml/2006/main">
              <a:ext uri="{FF2B5EF4-FFF2-40B4-BE49-F238E27FC236}">
                <a16:creationId xmlns:a16="http://schemas.microsoft.com/office/drawing/2014/main" id="{56AED445-36AC-4503-8E32-DC5B7675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element-118">
            <a:extLst xmlns:a="http://schemas.openxmlformats.org/drawingml/2006/main">
              <a:ext uri="{FF2B5EF4-FFF2-40B4-BE49-F238E27FC236}">
                <a16:creationId xmlns:a16="http://schemas.microsoft.com/office/drawing/2014/main" id="{25B873B3-58B3-4687-B968-D088D83C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element-119">
            <a:extLst xmlns:a="http://schemas.openxmlformats.org/drawingml/2006/main">
              <a:ext uri="{FF2B5EF4-FFF2-40B4-BE49-F238E27FC236}">
                <a16:creationId xmlns:a16="http://schemas.microsoft.com/office/drawing/2014/main" id="{56272AF0-AF2B-4798-A3F7-AEC86F28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element-120">
            <a:extLst xmlns:a="http://schemas.openxmlformats.org/drawingml/2006/main">
              <a:ext uri="{FF2B5EF4-FFF2-40B4-BE49-F238E27FC236}">
                <a16:creationId xmlns:a16="http://schemas.microsoft.com/office/drawing/2014/main" id="{3514D1A4-230E-43B9-9993-A06BF7F5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element-121">
            <a:extLst xmlns:a="http://schemas.openxmlformats.org/drawingml/2006/main">
              <a:ext uri="{FF2B5EF4-FFF2-40B4-BE49-F238E27FC236}">
                <a16:creationId xmlns:a16="http://schemas.microsoft.com/office/drawing/2014/main" id="{D2E8A993-B7F2-437C-8169-1FA2F19C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element-122">
            <a:extLst xmlns:a="http://schemas.openxmlformats.org/drawingml/2006/main">
              <a:ext uri="{FF2B5EF4-FFF2-40B4-BE49-F238E27FC236}">
                <a16:creationId xmlns:a16="http://schemas.microsoft.com/office/drawing/2014/main" id="{F47665C3-F076-4725-A684-672F1D5C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element-123">
            <a:extLst xmlns:a="http://schemas.openxmlformats.org/drawingml/2006/main">
              <a:ext uri="{FF2B5EF4-FFF2-40B4-BE49-F238E27FC236}">
                <a16:creationId xmlns:a16="http://schemas.microsoft.com/office/drawing/2014/main" id="{E3E70520-4A3D-4A23-9978-2876F866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element-124">
            <a:extLst xmlns:a="http://schemas.openxmlformats.org/drawingml/2006/main">
              <a:ext uri="{FF2B5EF4-FFF2-40B4-BE49-F238E27FC236}">
                <a16:creationId xmlns:a16="http://schemas.microsoft.com/office/drawing/2014/main" id="{78D80E71-E3B9-49E4-82F6-669660B1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element-125">
            <a:extLst xmlns:a="http://schemas.openxmlformats.org/drawingml/2006/main">
              <a:ext uri="{FF2B5EF4-FFF2-40B4-BE49-F238E27FC236}">
                <a16:creationId xmlns:a16="http://schemas.microsoft.com/office/drawing/2014/main" id="{E782F869-6CE9-463F-AE08-9BE4531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element-126">
            <a:extLst xmlns:a="http://schemas.openxmlformats.org/drawingml/2006/main">
              <a:ext uri="{FF2B5EF4-FFF2-40B4-BE49-F238E27FC236}">
                <a16:creationId xmlns:a16="http://schemas.microsoft.com/office/drawing/2014/main" id="{94ABC28C-FAAB-4033-81D4-E480B473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element-127">
            <a:extLst xmlns:a="http://schemas.openxmlformats.org/drawingml/2006/main">
              <a:ext uri="{FF2B5EF4-FFF2-40B4-BE49-F238E27FC236}">
                <a16:creationId xmlns:a16="http://schemas.microsoft.com/office/drawing/2014/main" id="{5605FEAB-FCE7-4813-98B1-112A138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element-128">
            <a:extLst xmlns:a="http://schemas.openxmlformats.org/drawingml/2006/main">
              <a:ext uri="{FF2B5EF4-FFF2-40B4-BE49-F238E27FC236}">
                <a16:creationId xmlns:a16="http://schemas.microsoft.com/office/drawing/2014/main" id="{4DE6D7DA-EFD6-4A61-AA57-BD8FC87F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element-129">
            <a:extLst xmlns:a="http://schemas.openxmlformats.org/drawingml/2006/main">
              <a:ext uri="{FF2B5EF4-FFF2-40B4-BE49-F238E27FC236}">
                <a16:creationId xmlns:a16="http://schemas.microsoft.com/office/drawing/2014/main" id="{D2A56C62-6B6B-414C-A6CC-A876DD7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element-130">
            <a:extLst xmlns:a="http://schemas.openxmlformats.org/drawingml/2006/main">
              <a:ext uri="{FF2B5EF4-FFF2-40B4-BE49-F238E27FC236}">
                <a16:creationId xmlns:a16="http://schemas.microsoft.com/office/drawing/2014/main" id="{B945FD3E-A17F-4690-8055-BD90EC5F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element-131">
            <a:extLst xmlns:a="http://schemas.openxmlformats.org/drawingml/2006/main">
              <a:ext uri="{FF2B5EF4-FFF2-40B4-BE49-F238E27FC236}">
                <a16:creationId xmlns:a16="http://schemas.microsoft.com/office/drawing/2014/main" id="{AFF9F785-B62A-4F17-A003-4A14A01E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element-132">
            <a:extLst xmlns:a="http://schemas.openxmlformats.org/drawingml/2006/main">
              <a:ext uri="{FF2B5EF4-FFF2-40B4-BE49-F238E27FC236}">
                <a16:creationId xmlns:a16="http://schemas.microsoft.com/office/drawing/2014/main" id="{6D7CBD98-20DE-4EAA-B791-2B885133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element-133">
            <a:extLst xmlns:a="http://schemas.openxmlformats.org/drawingml/2006/main">
              <a:ext uri="{FF2B5EF4-FFF2-40B4-BE49-F238E27FC236}">
                <a16:creationId xmlns:a16="http://schemas.microsoft.com/office/drawing/2014/main" id="{ECC7261C-BB7E-4E4E-B769-FD1B456C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element-134">
            <a:extLst xmlns:a="http://schemas.openxmlformats.org/drawingml/2006/main">
              <a:ext uri="{FF2B5EF4-FFF2-40B4-BE49-F238E27FC236}">
                <a16:creationId xmlns:a16="http://schemas.microsoft.com/office/drawing/2014/main" id="{F5BCC355-A854-48FC-AC6C-5735CC70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element-135">
            <a:extLst xmlns:a="http://schemas.openxmlformats.org/drawingml/2006/main">
              <a:ext uri="{FF2B5EF4-FFF2-40B4-BE49-F238E27FC236}">
                <a16:creationId xmlns:a16="http://schemas.microsoft.com/office/drawing/2014/main" id="{2C3BCE59-B4E1-430A-8921-972331D0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element-136">
            <a:extLst xmlns:a="http://schemas.openxmlformats.org/drawingml/2006/main">
              <a:ext uri="{FF2B5EF4-FFF2-40B4-BE49-F238E27FC236}">
                <a16:creationId xmlns:a16="http://schemas.microsoft.com/office/drawing/2014/main" id="{741836B4-9049-4027-BBCA-C9D57C4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element-137">
            <a:extLst xmlns:a="http://schemas.openxmlformats.org/drawingml/2006/main">
              <a:ext uri="{FF2B5EF4-FFF2-40B4-BE49-F238E27FC236}">
                <a16:creationId xmlns:a16="http://schemas.microsoft.com/office/drawing/2014/main" id="{A26734C5-5923-438B-A336-37DFD9E9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element-138">
            <a:extLst xmlns:a="http://schemas.openxmlformats.org/drawingml/2006/main">
              <a:ext uri="{FF2B5EF4-FFF2-40B4-BE49-F238E27FC236}">
                <a16:creationId xmlns:a16="http://schemas.microsoft.com/office/drawing/2014/main" id="{D60089AD-3F20-4F7D-AF63-210E5801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element-139">
            <a:extLst xmlns:a="http://schemas.openxmlformats.org/drawingml/2006/main">
              <a:ext uri="{FF2B5EF4-FFF2-40B4-BE49-F238E27FC236}">
                <a16:creationId xmlns:a16="http://schemas.microsoft.com/office/drawing/2014/main" id="{C398B6C2-BECB-4CAF-972C-0BD28D7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element-140">
            <a:extLst xmlns:a="http://schemas.openxmlformats.org/drawingml/2006/main">
              <a:ext uri="{FF2B5EF4-FFF2-40B4-BE49-F238E27FC236}">
                <a16:creationId xmlns:a16="http://schemas.microsoft.com/office/drawing/2014/main" id="{5E23CB65-D862-4DB9-9910-2B842826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element-141">
            <a:extLst xmlns:a="http://schemas.openxmlformats.org/drawingml/2006/main">
              <a:ext uri="{FF2B5EF4-FFF2-40B4-BE49-F238E27FC236}">
                <a16:creationId xmlns:a16="http://schemas.microsoft.com/office/drawing/2014/main" id="{10CC4D4D-1130-4BD5-828C-6D7E2CAB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element-142">
            <a:extLst xmlns:a="http://schemas.openxmlformats.org/drawingml/2006/main">
              <a:ext uri="{FF2B5EF4-FFF2-40B4-BE49-F238E27FC236}">
                <a16:creationId xmlns:a16="http://schemas.microsoft.com/office/drawing/2014/main" id="{3FB35343-AA19-430A-B104-57696DB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element-143">
            <a:extLst xmlns:a="http://schemas.openxmlformats.org/drawingml/2006/main">
              <a:ext uri="{FF2B5EF4-FFF2-40B4-BE49-F238E27FC236}">
                <a16:creationId xmlns:a16="http://schemas.microsoft.com/office/drawing/2014/main" id="{EEDD0AD2-C3DC-41EE-8EC3-553700B3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element-144">
            <a:extLst xmlns:a="http://schemas.openxmlformats.org/drawingml/2006/main">
              <a:ext uri="{FF2B5EF4-FFF2-40B4-BE49-F238E27FC236}">
                <a16:creationId xmlns:a16="http://schemas.microsoft.com/office/drawing/2014/main" id="{3E52FE7A-77F6-482C-8BD9-846686BA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element-145">
            <a:extLst xmlns:a="http://schemas.openxmlformats.org/drawingml/2006/main">
              <a:ext uri="{FF2B5EF4-FFF2-40B4-BE49-F238E27FC236}">
                <a16:creationId xmlns:a16="http://schemas.microsoft.com/office/drawing/2014/main" id="{6C10B836-5B2E-4A5A-BA76-89888244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element-146">
            <a:extLst xmlns:a="http://schemas.openxmlformats.org/drawingml/2006/main">
              <a:ext uri="{FF2B5EF4-FFF2-40B4-BE49-F238E27FC236}">
                <a16:creationId xmlns:a16="http://schemas.microsoft.com/office/drawing/2014/main" id="{C1853F72-C562-43C2-818B-A1513ECA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element-147">
            <a:extLst xmlns:a="http://schemas.openxmlformats.org/drawingml/2006/main">
              <a:ext uri="{FF2B5EF4-FFF2-40B4-BE49-F238E27FC236}">
                <a16:creationId xmlns:a16="http://schemas.microsoft.com/office/drawing/2014/main" id="{A9741700-CE12-4905-B6A2-A6597D7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element-148">
            <a:extLst xmlns:a="http://schemas.openxmlformats.org/drawingml/2006/main">
              <a:ext uri="{FF2B5EF4-FFF2-40B4-BE49-F238E27FC236}">
                <a16:creationId xmlns:a16="http://schemas.microsoft.com/office/drawing/2014/main" id="{32094FE4-9787-4B14-B9D0-E5166591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element-149">
            <a:extLst xmlns:a="http://schemas.openxmlformats.org/drawingml/2006/main">
              <a:ext uri="{FF2B5EF4-FFF2-40B4-BE49-F238E27FC236}">
                <a16:creationId xmlns:a16="http://schemas.microsoft.com/office/drawing/2014/main" id="{9B8FDD5F-FAC5-460D-A08B-58193445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element-150">
            <a:extLst xmlns:a="http://schemas.openxmlformats.org/drawingml/2006/main">
              <a:ext uri="{FF2B5EF4-FFF2-40B4-BE49-F238E27FC236}">
                <a16:creationId xmlns:a16="http://schemas.microsoft.com/office/drawing/2014/main" id="{E34AD49E-BC09-437F-AEEA-4F13898D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element-151">
            <a:extLst xmlns:a="http://schemas.openxmlformats.org/drawingml/2006/main">
              <a:ext uri="{FF2B5EF4-FFF2-40B4-BE49-F238E27FC236}">
                <a16:creationId xmlns:a16="http://schemas.microsoft.com/office/drawing/2014/main" id="{18751F8A-5C13-4548-B0B3-66458964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element-152">
            <a:extLst xmlns:a="http://schemas.openxmlformats.org/drawingml/2006/main">
              <a:ext uri="{FF2B5EF4-FFF2-40B4-BE49-F238E27FC236}">
                <a16:creationId xmlns:a16="http://schemas.microsoft.com/office/drawing/2014/main" id="{3E836A7F-4403-45E1-890F-174CFB5F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element-153">
            <a:extLst xmlns:a="http://schemas.openxmlformats.org/drawingml/2006/main">
              <a:ext uri="{FF2B5EF4-FFF2-40B4-BE49-F238E27FC236}">
                <a16:creationId xmlns:a16="http://schemas.microsoft.com/office/drawing/2014/main" id="{96B3B493-EAB6-4C99-86A0-D9DBC9B6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element-154">
            <a:extLst xmlns:a="http://schemas.openxmlformats.org/drawingml/2006/main">
              <a:ext uri="{FF2B5EF4-FFF2-40B4-BE49-F238E27FC236}">
                <a16:creationId xmlns:a16="http://schemas.microsoft.com/office/drawing/2014/main" id="{3B576CEB-511D-4C50-868B-4C2D7C39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element-155">
            <a:extLst xmlns:a="http://schemas.openxmlformats.org/drawingml/2006/main">
              <a:ext uri="{FF2B5EF4-FFF2-40B4-BE49-F238E27FC236}">
                <a16:creationId xmlns:a16="http://schemas.microsoft.com/office/drawing/2014/main" id="{6DAEF590-6C19-4162-8DE0-C73DE31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text-156">
            <a:extLst xmlns:a="http://schemas.openxmlformats.org/drawingml/2006/main">
              <a:ext uri="{FF2B5EF4-FFF2-40B4-BE49-F238E27FC236}">
                <a16:creationId xmlns:a16="http://schemas.microsoft.com/office/drawing/2014/main" id="{F7249FA9-079E-4021-B895-AF6D745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292138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Interfacial evaporation</a:t>
            </a:r>
          </a:p>
        </p:txBody>
      </p:sp>
      <p:sp>
        <p:nvSpPr>
          <p:cNvPr id="158" name="text-157">
            <a:extLst xmlns:a="http://schemas.openxmlformats.org/drawingml/2006/main">
              <a:ext uri="{FF2B5EF4-FFF2-40B4-BE49-F238E27FC236}">
                <a16:creationId xmlns:a16="http://schemas.microsoft.com/office/drawing/2014/main" id="{1560E1C2-6D52-4AB7-8DE2-055BE95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5513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and condensation</a:t>
            </a:r>
          </a:p>
        </p:txBody>
      </p:sp>
      <p:sp>
        <p:nvSpPr>
          <p:cNvPr id="159" name="element-158">
            <a:extLst xmlns:a="http://schemas.openxmlformats.org/drawingml/2006/main">
              <a:ext uri="{FF2B5EF4-FFF2-40B4-BE49-F238E27FC236}">
                <a16:creationId xmlns:a16="http://schemas.microsoft.com/office/drawing/2014/main" id="{0ED72EBE-A60D-4044-879F-84BCF8EF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154025"/>
            <a:ext cx="33909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element-159">
            <a:extLst xmlns:a="http://schemas.openxmlformats.org/drawingml/2006/main">
              <a:ext uri="{FF2B5EF4-FFF2-40B4-BE49-F238E27FC236}">
                <a16:creationId xmlns:a16="http://schemas.microsoft.com/office/drawing/2014/main" id="{616B7FBD-4737-410B-9697-A91F1857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element-160">
            <a:extLst xmlns:a="http://schemas.openxmlformats.org/drawingml/2006/main">
              <a:ext uri="{FF2B5EF4-FFF2-40B4-BE49-F238E27FC236}">
                <a16:creationId xmlns:a16="http://schemas.microsoft.com/office/drawing/2014/main" id="{ED562A84-1750-427D-BC78-5C525EEF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element-161">
            <a:extLst xmlns:a="http://schemas.openxmlformats.org/drawingml/2006/main">
              <a:ext uri="{FF2B5EF4-FFF2-40B4-BE49-F238E27FC236}">
                <a16:creationId xmlns:a16="http://schemas.microsoft.com/office/drawing/2014/main" id="{04A5C389-04FC-4A79-8132-1FD0A03C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element-162">
            <a:extLst xmlns:a="http://schemas.openxmlformats.org/drawingml/2006/main">
              <a:ext uri="{FF2B5EF4-FFF2-40B4-BE49-F238E27FC236}">
                <a16:creationId xmlns:a16="http://schemas.microsoft.com/office/drawing/2014/main" id="{01C4219C-2358-41B0-BB18-4E7EA14B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element-163">
            <a:extLst xmlns:a="http://schemas.openxmlformats.org/drawingml/2006/main">
              <a:ext uri="{FF2B5EF4-FFF2-40B4-BE49-F238E27FC236}">
                <a16:creationId xmlns:a16="http://schemas.microsoft.com/office/drawing/2014/main" id="{6DEBC5DD-08F7-4E53-A9AA-ADE5B165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element-164">
            <a:extLst xmlns:a="http://schemas.openxmlformats.org/drawingml/2006/main">
              <a:ext uri="{FF2B5EF4-FFF2-40B4-BE49-F238E27FC236}">
                <a16:creationId xmlns:a16="http://schemas.microsoft.com/office/drawing/2014/main" id="{F73B4C4D-94D1-4C93-A87A-733F3ED2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element-165">
            <a:extLst xmlns:a="http://schemas.openxmlformats.org/drawingml/2006/main">
              <a:ext uri="{FF2B5EF4-FFF2-40B4-BE49-F238E27FC236}">
                <a16:creationId xmlns:a16="http://schemas.microsoft.com/office/drawing/2014/main" id="{9CBA848A-FF02-414A-833C-9CA3BCA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element-166">
            <a:extLst xmlns:a="http://schemas.openxmlformats.org/drawingml/2006/main">
              <a:ext uri="{FF2B5EF4-FFF2-40B4-BE49-F238E27FC236}">
                <a16:creationId xmlns:a16="http://schemas.microsoft.com/office/drawing/2014/main" id="{6E989205-9761-4A3C-869D-B3D96F79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element-167">
            <a:extLst xmlns:a="http://schemas.openxmlformats.org/drawingml/2006/main">
              <a:ext uri="{FF2B5EF4-FFF2-40B4-BE49-F238E27FC236}">
                <a16:creationId xmlns:a16="http://schemas.microsoft.com/office/drawing/2014/main" id="{7CC67905-7D41-47FF-B564-B016C572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element-168">
            <a:extLst xmlns:a="http://schemas.openxmlformats.org/drawingml/2006/main">
              <a:ext uri="{FF2B5EF4-FFF2-40B4-BE49-F238E27FC236}">
                <a16:creationId xmlns:a16="http://schemas.microsoft.com/office/drawing/2014/main" id="{7E71BECC-7C3B-4E59-9190-63BF341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element-169">
            <a:extLst xmlns:a="http://schemas.openxmlformats.org/drawingml/2006/main">
              <a:ext uri="{FF2B5EF4-FFF2-40B4-BE49-F238E27FC236}">
                <a16:creationId xmlns:a16="http://schemas.microsoft.com/office/drawing/2014/main" id="{AEA35E10-54D6-4629-9F4B-9A1F50D8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element-170">
            <a:extLst xmlns:a="http://schemas.openxmlformats.org/drawingml/2006/main">
              <a:ext uri="{FF2B5EF4-FFF2-40B4-BE49-F238E27FC236}">
                <a16:creationId xmlns:a16="http://schemas.microsoft.com/office/drawing/2014/main" id="{A629D9C9-3623-4039-978A-26E58A1A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element-171">
            <a:extLst xmlns:a="http://schemas.openxmlformats.org/drawingml/2006/main">
              <a:ext uri="{FF2B5EF4-FFF2-40B4-BE49-F238E27FC236}">
                <a16:creationId xmlns:a16="http://schemas.microsoft.com/office/drawing/2014/main" id="{5540F589-07EE-40D7-8005-3892F3D6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element-172">
            <a:extLst xmlns:a="http://schemas.openxmlformats.org/drawingml/2006/main">
              <a:ext uri="{FF2B5EF4-FFF2-40B4-BE49-F238E27FC236}">
                <a16:creationId xmlns:a16="http://schemas.microsoft.com/office/drawing/2014/main" id="{A3588A45-30C1-42B7-9402-3714B0E4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element-173">
            <a:extLst xmlns:a="http://schemas.openxmlformats.org/drawingml/2006/main">
              <a:ext uri="{FF2B5EF4-FFF2-40B4-BE49-F238E27FC236}">
                <a16:creationId xmlns:a16="http://schemas.microsoft.com/office/drawing/2014/main" id="{72A1CD5F-C698-4196-BB71-878961F5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element-174">
            <a:extLst xmlns:a="http://schemas.openxmlformats.org/drawingml/2006/main">
              <a:ext uri="{FF2B5EF4-FFF2-40B4-BE49-F238E27FC236}">
                <a16:creationId xmlns:a16="http://schemas.microsoft.com/office/drawing/2014/main" id="{AE4E4EE2-66E1-4538-B4DB-C08954B2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element-175">
            <a:extLst xmlns:a="http://schemas.openxmlformats.org/drawingml/2006/main">
              <a:ext uri="{FF2B5EF4-FFF2-40B4-BE49-F238E27FC236}">
                <a16:creationId xmlns:a16="http://schemas.microsoft.com/office/drawing/2014/main" id="{9247D227-EF8B-47F7-8105-4101FD23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element-176">
            <a:extLst xmlns:a="http://schemas.openxmlformats.org/drawingml/2006/main">
              <a:ext uri="{FF2B5EF4-FFF2-40B4-BE49-F238E27FC236}">
                <a16:creationId xmlns:a16="http://schemas.microsoft.com/office/drawing/2014/main" id="{A720F511-4947-4E58-9D4F-9AAF00C3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element-177">
            <a:extLst xmlns:a="http://schemas.openxmlformats.org/drawingml/2006/main">
              <a:ext uri="{FF2B5EF4-FFF2-40B4-BE49-F238E27FC236}">
                <a16:creationId xmlns:a16="http://schemas.microsoft.com/office/drawing/2014/main" id="{40617BD7-A428-432C-9CE1-868D4F05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element-178">
            <a:extLst xmlns:a="http://schemas.openxmlformats.org/drawingml/2006/main">
              <a:ext uri="{FF2B5EF4-FFF2-40B4-BE49-F238E27FC236}">
                <a16:creationId xmlns:a16="http://schemas.microsoft.com/office/drawing/2014/main" id="{41E945B4-252D-43CC-A320-B4D381CA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element-179">
            <a:extLst xmlns:a="http://schemas.openxmlformats.org/drawingml/2006/main">
              <a:ext uri="{FF2B5EF4-FFF2-40B4-BE49-F238E27FC236}">
                <a16:creationId xmlns:a16="http://schemas.microsoft.com/office/drawing/2014/main" id="{E12FFF92-269A-47A1-9920-AB4B87CC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element-180">
            <a:extLst xmlns:a="http://schemas.openxmlformats.org/drawingml/2006/main">
              <a:ext uri="{FF2B5EF4-FFF2-40B4-BE49-F238E27FC236}">
                <a16:creationId xmlns:a16="http://schemas.microsoft.com/office/drawing/2014/main" id="{CE05E4DF-69AE-4464-9D93-8ADFFE8B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element-181">
            <a:extLst xmlns:a="http://schemas.openxmlformats.org/drawingml/2006/main">
              <a:ext uri="{FF2B5EF4-FFF2-40B4-BE49-F238E27FC236}">
                <a16:creationId xmlns:a16="http://schemas.microsoft.com/office/drawing/2014/main" id="{BD33448B-D293-4939-8F36-5E56A21C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element-182">
            <a:extLst xmlns:a="http://schemas.openxmlformats.org/drawingml/2006/main">
              <a:ext uri="{FF2B5EF4-FFF2-40B4-BE49-F238E27FC236}">
                <a16:creationId xmlns:a16="http://schemas.microsoft.com/office/drawing/2014/main" id="{5BFF9894-F3CF-423D-AE98-56C50874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element-183">
            <a:extLst xmlns:a="http://schemas.openxmlformats.org/drawingml/2006/main">
              <a:ext uri="{FF2B5EF4-FFF2-40B4-BE49-F238E27FC236}">
                <a16:creationId xmlns:a16="http://schemas.microsoft.com/office/drawing/2014/main" id="{270FA0A4-43AE-48EC-A988-6F52BB02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element-184">
            <a:extLst xmlns:a="http://schemas.openxmlformats.org/drawingml/2006/main">
              <a:ext uri="{FF2B5EF4-FFF2-40B4-BE49-F238E27FC236}">
                <a16:creationId xmlns:a16="http://schemas.microsoft.com/office/drawing/2014/main" id="{967CE5E2-D8E0-4CD0-B24A-2D54A22B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element-185">
            <a:extLst xmlns:a="http://schemas.openxmlformats.org/drawingml/2006/main">
              <a:ext uri="{FF2B5EF4-FFF2-40B4-BE49-F238E27FC236}">
                <a16:creationId xmlns:a16="http://schemas.microsoft.com/office/drawing/2014/main" id="{28608C8B-11EB-4E19-A142-5BBBC9C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element-186">
            <a:extLst xmlns:a="http://schemas.openxmlformats.org/drawingml/2006/main">
              <a:ext uri="{FF2B5EF4-FFF2-40B4-BE49-F238E27FC236}">
                <a16:creationId xmlns:a16="http://schemas.microsoft.com/office/drawing/2014/main" id="{A44CEDA7-739F-42A3-B7DC-26906F8E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element-187">
            <a:extLst xmlns:a="http://schemas.openxmlformats.org/drawingml/2006/main">
              <a:ext uri="{FF2B5EF4-FFF2-40B4-BE49-F238E27FC236}">
                <a16:creationId xmlns:a16="http://schemas.microsoft.com/office/drawing/2014/main" id="{A3586186-DF21-4313-8955-D02C96D5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element-188">
            <a:extLst xmlns:a="http://schemas.openxmlformats.org/drawingml/2006/main">
              <a:ext uri="{FF2B5EF4-FFF2-40B4-BE49-F238E27FC236}">
                <a16:creationId xmlns:a16="http://schemas.microsoft.com/office/drawing/2014/main" id="{D791B6BD-6BA4-4975-B399-28A07B7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element-189">
            <a:extLst xmlns:a="http://schemas.openxmlformats.org/drawingml/2006/main">
              <a:ext uri="{FF2B5EF4-FFF2-40B4-BE49-F238E27FC236}">
                <a16:creationId xmlns:a16="http://schemas.microsoft.com/office/drawing/2014/main" id="{F948C932-7D1F-4483-8901-F1E4ECD0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element-190">
            <a:extLst xmlns:a="http://schemas.openxmlformats.org/drawingml/2006/main">
              <a:ext uri="{FF2B5EF4-FFF2-40B4-BE49-F238E27FC236}">
                <a16:creationId xmlns:a16="http://schemas.microsoft.com/office/drawing/2014/main" id="{8FFE3050-10D4-4BB1-8F18-2B863FDE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element-191">
            <a:extLst xmlns:a="http://schemas.openxmlformats.org/drawingml/2006/main">
              <a:ext uri="{FF2B5EF4-FFF2-40B4-BE49-F238E27FC236}">
                <a16:creationId xmlns:a16="http://schemas.microsoft.com/office/drawing/2014/main" id="{5C4E32E9-A7AC-40F6-8821-2A11C76A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element-192">
            <a:extLst xmlns:a="http://schemas.openxmlformats.org/drawingml/2006/main">
              <a:ext uri="{FF2B5EF4-FFF2-40B4-BE49-F238E27FC236}">
                <a16:creationId xmlns:a16="http://schemas.microsoft.com/office/drawing/2014/main" id="{2D720D59-EAC4-4F47-A438-88F3B378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element-193">
            <a:extLst xmlns:a="http://schemas.openxmlformats.org/drawingml/2006/main">
              <a:ext uri="{FF2B5EF4-FFF2-40B4-BE49-F238E27FC236}">
                <a16:creationId xmlns:a16="http://schemas.microsoft.com/office/drawing/2014/main" id="{3FF8FD25-4C28-4439-9B4F-8AF4A883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element-194">
            <a:extLst xmlns:a="http://schemas.openxmlformats.org/drawingml/2006/main">
              <a:ext uri="{FF2B5EF4-FFF2-40B4-BE49-F238E27FC236}">
                <a16:creationId xmlns:a16="http://schemas.microsoft.com/office/drawing/2014/main" id="{B60BB735-90EE-43ED-954C-EB699900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element-195">
            <a:extLst xmlns:a="http://schemas.openxmlformats.org/drawingml/2006/main">
              <a:ext uri="{FF2B5EF4-FFF2-40B4-BE49-F238E27FC236}">
                <a16:creationId xmlns:a16="http://schemas.microsoft.com/office/drawing/2014/main" id="{8D6D04CC-6F48-48AD-B79A-D67535D2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element-196">
            <a:extLst xmlns:a="http://schemas.openxmlformats.org/drawingml/2006/main">
              <a:ext uri="{FF2B5EF4-FFF2-40B4-BE49-F238E27FC236}">
                <a16:creationId xmlns:a16="http://schemas.microsoft.com/office/drawing/2014/main" id="{7F22349C-BA17-4B7B-BAAC-440FA309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element-197">
            <a:extLst xmlns:a="http://schemas.openxmlformats.org/drawingml/2006/main">
              <a:ext uri="{FF2B5EF4-FFF2-40B4-BE49-F238E27FC236}">
                <a16:creationId xmlns:a16="http://schemas.microsoft.com/office/drawing/2014/main" id="{907ADBEE-9D81-4F9C-AED7-C228F33E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element-198">
            <a:extLst xmlns:a="http://schemas.openxmlformats.org/drawingml/2006/main">
              <a:ext uri="{FF2B5EF4-FFF2-40B4-BE49-F238E27FC236}">
                <a16:creationId xmlns:a16="http://schemas.microsoft.com/office/drawing/2014/main" id="{FF040CFD-9E18-467C-BBA3-DC89311F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element-199">
            <a:extLst xmlns:a="http://schemas.openxmlformats.org/drawingml/2006/main">
              <a:ext uri="{FF2B5EF4-FFF2-40B4-BE49-F238E27FC236}">
                <a16:creationId xmlns:a16="http://schemas.microsoft.com/office/drawing/2014/main" id="{E1E69FA8-418E-447E-A634-22F9886E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element-200">
            <a:extLst xmlns:a="http://schemas.openxmlformats.org/drawingml/2006/main">
              <a:ext uri="{FF2B5EF4-FFF2-40B4-BE49-F238E27FC236}">
                <a16:creationId xmlns:a16="http://schemas.microsoft.com/office/drawing/2014/main" id="{AF5A58A3-B176-4760-BBEB-EDAE3D12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element-201">
            <a:extLst xmlns:a="http://schemas.openxmlformats.org/drawingml/2006/main">
              <a:ext uri="{FF2B5EF4-FFF2-40B4-BE49-F238E27FC236}">
                <a16:creationId xmlns:a16="http://schemas.microsoft.com/office/drawing/2014/main" id="{C9306432-F5E0-4894-9CB8-B4F92879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element-202">
            <a:extLst xmlns:a="http://schemas.openxmlformats.org/drawingml/2006/main">
              <a:ext uri="{FF2B5EF4-FFF2-40B4-BE49-F238E27FC236}">
                <a16:creationId xmlns:a16="http://schemas.microsoft.com/office/drawing/2014/main" id="{48658C6B-E542-4B65-9E8E-10143847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element-203">
            <a:extLst xmlns:a="http://schemas.openxmlformats.org/drawingml/2006/main">
              <a:ext uri="{FF2B5EF4-FFF2-40B4-BE49-F238E27FC236}">
                <a16:creationId xmlns:a16="http://schemas.microsoft.com/office/drawing/2014/main" id="{6BD25DBD-4178-4D82-8C2F-3E71BF8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element-204">
            <a:extLst xmlns:a="http://schemas.openxmlformats.org/drawingml/2006/main">
              <a:ext uri="{FF2B5EF4-FFF2-40B4-BE49-F238E27FC236}">
                <a16:creationId xmlns:a16="http://schemas.microsoft.com/office/drawing/2014/main" id="{73CFFF09-F60C-41D4-8F14-2FE1794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element-205">
            <a:extLst xmlns:a="http://schemas.openxmlformats.org/drawingml/2006/main">
              <a:ext uri="{FF2B5EF4-FFF2-40B4-BE49-F238E27FC236}">
                <a16:creationId xmlns:a16="http://schemas.microsoft.com/office/drawing/2014/main" id="{9CC8119E-2D00-4FE7-8323-852B42C6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element-206">
            <a:extLst xmlns:a="http://schemas.openxmlformats.org/drawingml/2006/main">
              <a:ext uri="{FF2B5EF4-FFF2-40B4-BE49-F238E27FC236}">
                <a16:creationId xmlns:a16="http://schemas.microsoft.com/office/drawing/2014/main" id="{E926EF9F-7872-4F51-9B68-552FD7E7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element-207">
            <a:extLst xmlns:a="http://schemas.openxmlformats.org/drawingml/2006/main">
              <a:ext uri="{FF2B5EF4-FFF2-40B4-BE49-F238E27FC236}">
                <a16:creationId xmlns:a16="http://schemas.microsoft.com/office/drawing/2014/main" id="{02838EC9-DB89-4860-8BA4-1AF6C8E0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element-208">
            <a:extLst xmlns:a="http://schemas.openxmlformats.org/drawingml/2006/main">
              <a:ext uri="{FF2B5EF4-FFF2-40B4-BE49-F238E27FC236}">
                <a16:creationId xmlns:a16="http://schemas.microsoft.com/office/drawing/2014/main" id="{D6FE6CA9-E78D-4529-BFCA-9CF7E5BD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element-209">
            <a:extLst xmlns:a="http://schemas.openxmlformats.org/drawingml/2006/main">
              <a:ext uri="{FF2B5EF4-FFF2-40B4-BE49-F238E27FC236}">
                <a16:creationId xmlns:a16="http://schemas.microsoft.com/office/drawing/2014/main" id="{E4CB9D59-B04B-4A3B-8856-15497ABE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element-210">
            <a:extLst xmlns:a="http://schemas.openxmlformats.org/drawingml/2006/main">
              <a:ext uri="{FF2B5EF4-FFF2-40B4-BE49-F238E27FC236}">
                <a16:creationId xmlns:a16="http://schemas.microsoft.com/office/drawing/2014/main" id="{56EC673A-EB37-4103-AE32-E701F3B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element-211">
            <a:extLst xmlns:a="http://schemas.openxmlformats.org/drawingml/2006/main">
              <a:ext uri="{FF2B5EF4-FFF2-40B4-BE49-F238E27FC236}">
                <a16:creationId xmlns:a16="http://schemas.microsoft.com/office/drawing/2014/main" id="{8D997AAB-49B5-48A0-8275-7262B05D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element-212">
            <a:extLst xmlns:a="http://schemas.openxmlformats.org/drawingml/2006/main">
              <a:ext uri="{FF2B5EF4-FFF2-40B4-BE49-F238E27FC236}">
                <a16:creationId xmlns:a16="http://schemas.microsoft.com/office/drawing/2014/main" id="{B800E327-3774-409D-997C-B4384222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text-213">
            <a:extLst xmlns:a="http://schemas.openxmlformats.org/drawingml/2006/main">
              <a:ext uri="{FF2B5EF4-FFF2-40B4-BE49-F238E27FC236}">
                <a16:creationId xmlns:a16="http://schemas.microsoft.com/office/drawing/2014/main" id="{A6653EF2-3000-4DAB-B5C1-27FD59EB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292138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Compressible waves</a:t>
            </a:r>
          </a:p>
        </p:txBody>
      </p:sp>
      <p:sp>
        <p:nvSpPr>
          <p:cNvPr id="215" name="text-214">
            <a:extLst xmlns:a="http://schemas.openxmlformats.org/drawingml/2006/main">
              <a:ext uri="{FF2B5EF4-FFF2-40B4-BE49-F238E27FC236}">
                <a16:creationId xmlns:a16="http://schemas.microsoft.com/office/drawing/2014/main" id="{C9E5D7D7-62B2-4007-B218-55A8B924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3625513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and jet formation</a:t>
            </a:r>
          </a:p>
        </p:txBody>
      </p:sp>
      <p:sp>
        <p:nvSpPr>
          <p:cNvPr id="216" name="element-215">
            <a:extLst xmlns:a="http://schemas.openxmlformats.org/drawingml/2006/main">
              <a:ext uri="{FF2B5EF4-FFF2-40B4-BE49-F238E27FC236}">
                <a16:creationId xmlns:a16="http://schemas.microsoft.com/office/drawing/2014/main" id="{83A26976-CFB6-488A-9983-710C401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154025"/>
            <a:ext cx="33909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element-216">
            <a:extLst xmlns:a="http://schemas.openxmlformats.org/drawingml/2006/main">
              <a:ext uri="{FF2B5EF4-FFF2-40B4-BE49-F238E27FC236}">
                <a16:creationId xmlns:a16="http://schemas.microsoft.com/office/drawing/2014/main" id="{8020F5B1-E3BA-4A37-B1D3-ABC0695C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element-217">
            <a:extLst xmlns:a="http://schemas.openxmlformats.org/drawingml/2006/main">
              <a:ext uri="{FF2B5EF4-FFF2-40B4-BE49-F238E27FC236}">
                <a16:creationId xmlns:a16="http://schemas.microsoft.com/office/drawing/2014/main" id="{31B59760-E806-4745-B9D9-891BAC51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element-218">
            <a:extLst xmlns:a="http://schemas.openxmlformats.org/drawingml/2006/main">
              <a:ext uri="{FF2B5EF4-FFF2-40B4-BE49-F238E27FC236}">
                <a16:creationId xmlns:a16="http://schemas.microsoft.com/office/drawing/2014/main" id="{50A00E81-F06D-4E55-B161-ED3BA50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element-219">
            <a:extLst xmlns:a="http://schemas.openxmlformats.org/drawingml/2006/main">
              <a:ext uri="{FF2B5EF4-FFF2-40B4-BE49-F238E27FC236}">
                <a16:creationId xmlns:a16="http://schemas.microsoft.com/office/drawing/2014/main" id="{D5E4935E-8125-4747-80EF-F391E67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element-220">
            <a:extLst xmlns:a="http://schemas.openxmlformats.org/drawingml/2006/main">
              <a:ext uri="{FF2B5EF4-FFF2-40B4-BE49-F238E27FC236}">
                <a16:creationId xmlns:a16="http://schemas.microsoft.com/office/drawing/2014/main" id="{E1AE54BF-D361-4B1D-8C8F-3F783269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element-221">
            <a:extLst xmlns:a="http://schemas.openxmlformats.org/drawingml/2006/main">
              <a:ext uri="{FF2B5EF4-FFF2-40B4-BE49-F238E27FC236}">
                <a16:creationId xmlns:a16="http://schemas.microsoft.com/office/drawing/2014/main" id="{BDE5496F-D04C-4A52-9F27-AAFD872F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element-222">
            <a:extLst xmlns:a="http://schemas.openxmlformats.org/drawingml/2006/main">
              <a:ext uri="{FF2B5EF4-FFF2-40B4-BE49-F238E27FC236}">
                <a16:creationId xmlns:a16="http://schemas.microsoft.com/office/drawing/2014/main" id="{ED5B2F9F-2FA0-4F23-B707-D3AD91A7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element-223">
            <a:extLst xmlns:a="http://schemas.openxmlformats.org/drawingml/2006/main">
              <a:ext uri="{FF2B5EF4-FFF2-40B4-BE49-F238E27FC236}">
                <a16:creationId xmlns:a16="http://schemas.microsoft.com/office/drawing/2014/main" id="{F2208EEC-D1EB-4A13-8F96-DCC6033D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element-224">
            <a:extLst xmlns:a="http://schemas.openxmlformats.org/drawingml/2006/main">
              <a:ext uri="{FF2B5EF4-FFF2-40B4-BE49-F238E27FC236}">
                <a16:creationId xmlns:a16="http://schemas.microsoft.com/office/drawing/2014/main" id="{A73759F6-2188-4BAE-B057-38C7EAF1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element-225">
            <a:extLst xmlns:a="http://schemas.openxmlformats.org/drawingml/2006/main">
              <a:ext uri="{FF2B5EF4-FFF2-40B4-BE49-F238E27FC236}">
                <a16:creationId xmlns:a16="http://schemas.microsoft.com/office/drawing/2014/main" id="{BE5EE3DD-F601-426D-B1E4-432D964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element-226">
            <a:extLst xmlns:a="http://schemas.openxmlformats.org/drawingml/2006/main">
              <a:ext uri="{FF2B5EF4-FFF2-40B4-BE49-F238E27FC236}">
                <a16:creationId xmlns:a16="http://schemas.microsoft.com/office/drawing/2014/main" id="{13224335-8D6F-4DFF-8312-F0FF8CF4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element-227">
            <a:extLst xmlns:a="http://schemas.openxmlformats.org/drawingml/2006/main">
              <a:ext uri="{FF2B5EF4-FFF2-40B4-BE49-F238E27FC236}">
                <a16:creationId xmlns:a16="http://schemas.microsoft.com/office/drawing/2014/main" id="{50D34E02-F9C9-4A35-9B71-AA54193F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element-228">
            <a:extLst xmlns:a="http://schemas.openxmlformats.org/drawingml/2006/main">
              <a:ext uri="{FF2B5EF4-FFF2-40B4-BE49-F238E27FC236}">
                <a16:creationId xmlns:a16="http://schemas.microsoft.com/office/drawing/2014/main" id="{55754F20-68B7-4E3D-812D-97C58835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element-229">
            <a:extLst xmlns:a="http://schemas.openxmlformats.org/drawingml/2006/main">
              <a:ext uri="{FF2B5EF4-FFF2-40B4-BE49-F238E27FC236}">
                <a16:creationId xmlns:a16="http://schemas.microsoft.com/office/drawing/2014/main" id="{C0C1DA91-C71C-49C8-8102-AC524E7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element-230">
            <a:extLst xmlns:a="http://schemas.openxmlformats.org/drawingml/2006/main">
              <a:ext uri="{FF2B5EF4-FFF2-40B4-BE49-F238E27FC236}">
                <a16:creationId xmlns:a16="http://schemas.microsoft.com/office/drawing/2014/main" id="{E479461E-5EBE-43F4-A0FB-5ED4C141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element-231">
            <a:extLst xmlns:a="http://schemas.openxmlformats.org/drawingml/2006/main">
              <a:ext uri="{FF2B5EF4-FFF2-40B4-BE49-F238E27FC236}">
                <a16:creationId xmlns:a16="http://schemas.microsoft.com/office/drawing/2014/main" id="{D16A98B7-5230-4315-8C85-3B7E8C0C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element-232">
            <a:extLst xmlns:a="http://schemas.openxmlformats.org/drawingml/2006/main">
              <a:ext uri="{FF2B5EF4-FFF2-40B4-BE49-F238E27FC236}">
                <a16:creationId xmlns:a16="http://schemas.microsoft.com/office/drawing/2014/main" id="{4ACA6E24-61C8-4CCD-8EFD-B08D3F01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element-233">
            <a:extLst xmlns:a="http://schemas.openxmlformats.org/drawingml/2006/main">
              <a:ext uri="{FF2B5EF4-FFF2-40B4-BE49-F238E27FC236}">
                <a16:creationId xmlns:a16="http://schemas.microsoft.com/office/drawing/2014/main" id="{11563C92-5A8B-4051-82F1-709DFBF7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element-234">
            <a:extLst xmlns:a="http://schemas.openxmlformats.org/drawingml/2006/main">
              <a:ext uri="{FF2B5EF4-FFF2-40B4-BE49-F238E27FC236}">
                <a16:creationId xmlns:a16="http://schemas.microsoft.com/office/drawing/2014/main" id="{2193CC49-CE00-4971-9277-873BECD1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element-235">
            <a:extLst xmlns:a="http://schemas.openxmlformats.org/drawingml/2006/main">
              <a:ext uri="{FF2B5EF4-FFF2-40B4-BE49-F238E27FC236}">
                <a16:creationId xmlns:a16="http://schemas.microsoft.com/office/drawing/2014/main" id="{F5802209-08C1-4D4B-9B22-FF527EC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element-236">
            <a:extLst xmlns:a="http://schemas.openxmlformats.org/drawingml/2006/main">
              <a:ext uri="{FF2B5EF4-FFF2-40B4-BE49-F238E27FC236}">
                <a16:creationId xmlns:a16="http://schemas.microsoft.com/office/drawing/2014/main" id="{6D7CCDC1-13ED-4A95-A4F8-566EC9C4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element-237">
            <a:extLst xmlns:a="http://schemas.openxmlformats.org/drawingml/2006/main">
              <a:ext uri="{FF2B5EF4-FFF2-40B4-BE49-F238E27FC236}">
                <a16:creationId xmlns:a16="http://schemas.microsoft.com/office/drawing/2014/main" id="{C20579B0-B8B8-4493-B6E9-E8BC8E67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element-238">
            <a:extLst xmlns:a="http://schemas.openxmlformats.org/drawingml/2006/main">
              <a:ext uri="{FF2B5EF4-FFF2-40B4-BE49-F238E27FC236}">
                <a16:creationId xmlns:a16="http://schemas.microsoft.com/office/drawing/2014/main" id="{AC0DA41B-9E8D-4511-930D-361EAA42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element-239">
            <a:extLst xmlns:a="http://schemas.openxmlformats.org/drawingml/2006/main">
              <a:ext uri="{FF2B5EF4-FFF2-40B4-BE49-F238E27FC236}">
                <a16:creationId xmlns:a16="http://schemas.microsoft.com/office/drawing/2014/main" id="{17350F4F-E83B-4614-B5C3-54759547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element-240">
            <a:extLst xmlns:a="http://schemas.openxmlformats.org/drawingml/2006/main">
              <a:ext uri="{FF2B5EF4-FFF2-40B4-BE49-F238E27FC236}">
                <a16:creationId xmlns:a16="http://schemas.microsoft.com/office/drawing/2014/main" id="{0808FFE8-1563-43B1-AFB1-EF3C666E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element-241">
            <a:extLst xmlns:a="http://schemas.openxmlformats.org/drawingml/2006/main">
              <a:ext uri="{FF2B5EF4-FFF2-40B4-BE49-F238E27FC236}">
                <a16:creationId xmlns:a16="http://schemas.microsoft.com/office/drawing/2014/main" id="{EB608DBF-81C0-4A90-B3CF-3882FF8D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element-242">
            <a:extLst xmlns:a="http://schemas.openxmlformats.org/drawingml/2006/main">
              <a:ext uri="{FF2B5EF4-FFF2-40B4-BE49-F238E27FC236}">
                <a16:creationId xmlns:a16="http://schemas.microsoft.com/office/drawing/2014/main" id="{64D11967-4C85-4E4B-8191-91517C7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element-243">
            <a:extLst xmlns:a="http://schemas.openxmlformats.org/drawingml/2006/main">
              <a:ext uri="{FF2B5EF4-FFF2-40B4-BE49-F238E27FC236}">
                <a16:creationId xmlns:a16="http://schemas.microsoft.com/office/drawing/2014/main" id="{863328CE-2F6D-48AB-B2B5-0FC8F6D2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element-244">
            <a:extLst xmlns:a="http://schemas.openxmlformats.org/drawingml/2006/main">
              <a:ext uri="{FF2B5EF4-FFF2-40B4-BE49-F238E27FC236}">
                <a16:creationId xmlns:a16="http://schemas.microsoft.com/office/drawing/2014/main" id="{D7FA64D0-5E46-4F59-8A74-91AEFB7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element-245">
            <a:extLst xmlns:a="http://schemas.openxmlformats.org/drawingml/2006/main">
              <a:ext uri="{FF2B5EF4-FFF2-40B4-BE49-F238E27FC236}">
                <a16:creationId xmlns:a16="http://schemas.microsoft.com/office/drawing/2014/main" id="{677825A2-1675-4B73-9CF2-13D267C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element-246">
            <a:extLst xmlns:a="http://schemas.openxmlformats.org/drawingml/2006/main">
              <a:ext uri="{FF2B5EF4-FFF2-40B4-BE49-F238E27FC236}">
                <a16:creationId xmlns:a16="http://schemas.microsoft.com/office/drawing/2014/main" id="{65DABA3C-8BCA-4F9C-A51F-03CE00CB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element-247">
            <a:extLst xmlns:a="http://schemas.openxmlformats.org/drawingml/2006/main">
              <a:ext uri="{FF2B5EF4-FFF2-40B4-BE49-F238E27FC236}">
                <a16:creationId xmlns:a16="http://schemas.microsoft.com/office/drawing/2014/main" id="{5DF93A12-2FC0-4CF3-84B4-267C1C75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element-248">
            <a:extLst xmlns:a="http://schemas.openxmlformats.org/drawingml/2006/main">
              <a:ext uri="{FF2B5EF4-FFF2-40B4-BE49-F238E27FC236}">
                <a16:creationId xmlns:a16="http://schemas.microsoft.com/office/drawing/2014/main" id="{B7FB7D92-7EEA-4894-9064-9A8E20F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element-249">
            <a:extLst xmlns:a="http://schemas.openxmlformats.org/drawingml/2006/main">
              <a:ext uri="{FF2B5EF4-FFF2-40B4-BE49-F238E27FC236}">
                <a16:creationId xmlns:a16="http://schemas.microsoft.com/office/drawing/2014/main" id="{654E186A-DC93-403E-B3D3-5EE57DF1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element-250">
            <a:extLst xmlns:a="http://schemas.openxmlformats.org/drawingml/2006/main">
              <a:ext uri="{FF2B5EF4-FFF2-40B4-BE49-F238E27FC236}">
                <a16:creationId xmlns:a16="http://schemas.microsoft.com/office/drawing/2014/main" id="{5157BED6-4BD4-4174-9083-6FCDF731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element-251">
            <a:extLst xmlns:a="http://schemas.openxmlformats.org/drawingml/2006/main">
              <a:ext uri="{FF2B5EF4-FFF2-40B4-BE49-F238E27FC236}">
                <a16:creationId xmlns:a16="http://schemas.microsoft.com/office/drawing/2014/main" id="{878E13A4-0BA7-4EBE-BB16-BF0D5E03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element-252">
            <a:extLst xmlns:a="http://schemas.openxmlformats.org/drawingml/2006/main">
              <a:ext uri="{FF2B5EF4-FFF2-40B4-BE49-F238E27FC236}">
                <a16:creationId xmlns:a16="http://schemas.microsoft.com/office/drawing/2014/main" id="{302F1DF8-08B2-42CC-A585-D4846336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element-253">
            <a:extLst xmlns:a="http://schemas.openxmlformats.org/drawingml/2006/main">
              <a:ext uri="{FF2B5EF4-FFF2-40B4-BE49-F238E27FC236}">
                <a16:creationId xmlns:a16="http://schemas.microsoft.com/office/drawing/2014/main" id="{44D5925C-5C5F-4B5B-BBDA-316C97EF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element-254">
            <a:extLst xmlns:a="http://schemas.openxmlformats.org/drawingml/2006/main">
              <a:ext uri="{FF2B5EF4-FFF2-40B4-BE49-F238E27FC236}">
                <a16:creationId xmlns:a16="http://schemas.microsoft.com/office/drawing/2014/main" id="{C9970FBA-5F41-4DC3-9934-6866898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element-255">
            <a:extLst xmlns:a="http://schemas.openxmlformats.org/drawingml/2006/main">
              <a:ext uri="{FF2B5EF4-FFF2-40B4-BE49-F238E27FC236}">
                <a16:creationId xmlns:a16="http://schemas.microsoft.com/office/drawing/2014/main" id="{52A63EBE-FDBE-4CB4-817B-73F4F962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element-256">
            <a:extLst xmlns:a="http://schemas.openxmlformats.org/drawingml/2006/main">
              <a:ext uri="{FF2B5EF4-FFF2-40B4-BE49-F238E27FC236}">
                <a16:creationId xmlns:a16="http://schemas.microsoft.com/office/drawing/2014/main" id="{085801B8-2DF0-4661-B250-3417C45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element-257">
            <a:extLst xmlns:a="http://schemas.openxmlformats.org/drawingml/2006/main">
              <a:ext uri="{FF2B5EF4-FFF2-40B4-BE49-F238E27FC236}">
                <a16:creationId xmlns:a16="http://schemas.microsoft.com/office/drawing/2014/main" id="{6D4D715F-7107-42A7-AB55-E3A23A66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element-258">
            <a:extLst xmlns:a="http://schemas.openxmlformats.org/drawingml/2006/main">
              <a:ext uri="{FF2B5EF4-FFF2-40B4-BE49-F238E27FC236}">
                <a16:creationId xmlns:a16="http://schemas.microsoft.com/office/drawing/2014/main" id="{A7A3C2AA-D479-42E0-839C-8E60C63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element-259">
            <a:extLst xmlns:a="http://schemas.openxmlformats.org/drawingml/2006/main">
              <a:ext uri="{FF2B5EF4-FFF2-40B4-BE49-F238E27FC236}">
                <a16:creationId xmlns:a16="http://schemas.microsoft.com/office/drawing/2014/main" id="{FEF99403-5EF3-419E-B9D2-0BA1606B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element-260">
            <a:extLst xmlns:a="http://schemas.openxmlformats.org/drawingml/2006/main">
              <a:ext uri="{FF2B5EF4-FFF2-40B4-BE49-F238E27FC236}">
                <a16:creationId xmlns:a16="http://schemas.microsoft.com/office/drawing/2014/main" id="{F991DAB3-C5AB-466C-8623-332B512B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element-261">
            <a:extLst xmlns:a="http://schemas.openxmlformats.org/drawingml/2006/main">
              <a:ext uri="{FF2B5EF4-FFF2-40B4-BE49-F238E27FC236}">
                <a16:creationId xmlns:a16="http://schemas.microsoft.com/office/drawing/2014/main" id="{B4C43C20-523E-4A98-AD2E-9DD4B99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element-262">
            <a:extLst xmlns:a="http://schemas.openxmlformats.org/drawingml/2006/main">
              <a:ext uri="{FF2B5EF4-FFF2-40B4-BE49-F238E27FC236}">
                <a16:creationId xmlns:a16="http://schemas.microsoft.com/office/drawing/2014/main" id="{4054FFC1-3315-4385-9037-E256D81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element-263">
            <a:extLst xmlns:a="http://schemas.openxmlformats.org/drawingml/2006/main">
              <a:ext uri="{FF2B5EF4-FFF2-40B4-BE49-F238E27FC236}">
                <a16:creationId xmlns:a16="http://schemas.microsoft.com/office/drawing/2014/main" id="{01384F8C-ADEE-4CB6-9C80-BB4CD8C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element-264">
            <a:extLst xmlns:a="http://schemas.openxmlformats.org/drawingml/2006/main">
              <a:ext uri="{FF2B5EF4-FFF2-40B4-BE49-F238E27FC236}">
                <a16:creationId xmlns:a16="http://schemas.microsoft.com/office/drawing/2014/main" id="{738174ED-4F2C-41C8-B36C-33DB890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element-265">
            <a:extLst xmlns:a="http://schemas.openxmlformats.org/drawingml/2006/main">
              <a:ext uri="{FF2B5EF4-FFF2-40B4-BE49-F238E27FC236}">
                <a16:creationId xmlns:a16="http://schemas.microsoft.com/office/drawing/2014/main" id="{3E0EFBCE-83FC-4BED-A34B-44BCACFC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element-266">
            <a:extLst xmlns:a="http://schemas.openxmlformats.org/drawingml/2006/main">
              <a:ext uri="{FF2B5EF4-FFF2-40B4-BE49-F238E27FC236}">
                <a16:creationId xmlns:a16="http://schemas.microsoft.com/office/drawing/2014/main" id="{8F4C433D-998F-4DC6-89A3-EC6E4D7B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element-267">
            <a:extLst xmlns:a="http://schemas.openxmlformats.org/drawingml/2006/main">
              <a:ext uri="{FF2B5EF4-FFF2-40B4-BE49-F238E27FC236}">
                <a16:creationId xmlns:a16="http://schemas.microsoft.com/office/drawing/2014/main" id="{0CD131C2-BFAA-42EA-9319-48190CDA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element-268">
            <a:extLst xmlns:a="http://schemas.openxmlformats.org/drawingml/2006/main">
              <a:ext uri="{FF2B5EF4-FFF2-40B4-BE49-F238E27FC236}">
                <a16:creationId xmlns:a16="http://schemas.microsoft.com/office/drawing/2014/main" id="{05A9751F-C43E-4297-A736-18F1F378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element-269">
            <a:extLst xmlns:a="http://schemas.openxmlformats.org/drawingml/2006/main">
              <a:ext uri="{FF2B5EF4-FFF2-40B4-BE49-F238E27FC236}">
                <a16:creationId xmlns:a16="http://schemas.microsoft.com/office/drawing/2014/main" id="{9150468A-0037-4883-B315-87B44307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text-270">
            <a:extLst xmlns:a="http://schemas.openxmlformats.org/drawingml/2006/main">
              <a:ext uri="{FF2B5EF4-FFF2-40B4-BE49-F238E27FC236}">
                <a16:creationId xmlns:a16="http://schemas.microsoft.com/office/drawing/2014/main" id="{F1C53EFA-329C-4EE8-9A47-81E23277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292138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Species kinetics and</a:t>
            </a:r>
          </a:p>
        </p:txBody>
      </p:sp>
      <p:sp>
        <p:nvSpPr>
          <p:cNvPr id="272" name="text-271">
            <a:extLst xmlns:a="http://schemas.openxmlformats.org/drawingml/2006/main">
              <a:ext uri="{FF2B5EF4-FFF2-40B4-BE49-F238E27FC236}">
                <a16:creationId xmlns:a16="http://schemas.microsoft.com/office/drawing/2014/main" id="{460924EF-AA48-433B-839F-1AD7370E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625513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ionization energy</a:t>
            </a:r>
          </a:p>
        </p:txBody>
      </p:sp>
      <p:sp>
        <p:nvSpPr>
          <p:cNvPr id="273" name="element-272">
            <a:extLst xmlns:a="http://schemas.openxmlformats.org/drawingml/2006/main">
              <a:ext uri="{FF2B5EF4-FFF2-40B4-BE49-F238E27FC236}">
                <a16:creationId xmlns:a16="http://schemas.microsoft.com/office/drawing/2014/main" id="{DC4FA1DD-FC34-4B48-B20E-AF1019BB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154025"/>
            <a:ext cx="33909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element-273">
            <a:extLst xmlns:a="http://schemas.openxmlformats.org/drawingml/2006/main">
              <a:ext uri="{FF2B5EF4-FFF2-40B4-BE49-F238E27FC236}">
                <a16:creationId xmlns:a16="http://schemas.microsoft.com/office/drawing/2014/main" id="{EEFC8B07-E1FF-4C37-BA2A-1E73845B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element-274">
            <a:extLst xmlns:a="http://schemas.openxmlformats.org/drawingml/2006/main">
              <a:ext uri="{FF2B5EF4-FFF2-40B4-BE49-F238E27FC236}">
                <a16:creationId xmlns:a16="http://schemas.microsoft.com/office/drawing/2014/main" id="{4BDBFE57-099F-421F-B890-FEAD23E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element-275">
            <a:extLst xmlns:a="http://schemas.openxmlformats.org/drawingml/2006/main">
              <a:ext uri="{FF2B5EF4-FFF2-40B4-BE49-F238E27FC236}">
                <a16:creationId xmlns:a16="http://schemas.microsoft.com/office/drawing/2014/main" id="{D216D796-4E7F-4A96-8BDE-D7F7B07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element-276">
            <a:extLst xmlns:a="http://schemas.openxmlformats.org/drawingml/2006/main">
              <a:ext uri="{FF2B5EF4-FFF2-40B4-BE49-F238E27FC236}">
                <a16:creationId xmlns:a16="http://schemas.microsoft.com/office/drawing/2014/main" id="{4EAE5A59-810D-48A3-92A7-1D198EFC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element-277">
            <a:extLst xmlns:a="http://schemas.openxmlformats.org/drawingml/2006/main">
              <a:ext uri="{FF2B5EF4-FFF2-40B4-BE49-F238E27FC236}">
                <a16:creationId xmlns:a16="http://schemas.microsoft.com/office/drawing/2014/main" id="{BB4711C2-F9DA-41B3-A959-230DAD8A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element-278">
            <a:extLst xmlns:a="http://schemas.openxmlformats.org/drawingml/2006/main">
              <a:ext uri="{FF2B5EF4-FFF2-40B4-BE49-F238E27FC236}">
                <a16:creationId xmlns:a16="http://schemas.microsoft.com/office/drawing/2014/main" id="{87CAB062-A6D8-42EA-A03E-82CD1CCF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element-279">
            <a:extLst xmlns:a="http://schemas.openxmlformats.org/drawingml/2006/main">
              <a:ext uri="{FF2B5EF4-FFF2-40B4-BE49-F238E27FC236}">
                <a16:creationId xmlns:a16="http://schemas.microsoft.com/office/drawing/2014/main" id="{5614D400-C00E-45E2-A7A9-4EA252FF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element-280">
            <a:extLst xmlns:a="http://schemas.openxmlformats.org/drawingml/2006/main">
              <a:ext uri="{FF2B5EF4-FFF2-40B4-BE49-F238E27FC236}">
                <a16:creationId xmlns:a16="http://schemas.microsoft.com/office/drawing/2014/main" id="{A7ABD5F6-6D9F-4A29-98E9-CC4BD9B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element-281">
            <a:extLst xmlns:a="http://schemas.openxmlformats.org/drawingml/2006/main">
              <a:ext uri="{FF2B5EF4-FFF2-40B4-BE49-F238E27FC236}">
                <a16:creationId xmlns:a16="http://schemas.microsoft.com/office/drawing/2014/main" id="{59C8AAEF-9381-4551-B1BB-6D0EF8C4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element-282">
            <a:extLst xmlns:a="http://schemas.openxmlformats.org/drawingml/2006/main">
              <a:ext uri="{FF2B5EF4-FFF2-40B4-BE49-F238E27FC236}">
                <a16:creationId xmlns:a16="http://schemas.microsoft.com/office/drawing/2014/main" id="{0B1EB21A-CBA9-469D-B90D-B272996A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element-283">
            <a:extLst xmlns:a="http://schemas.openxmlformats.org/drawingml/2006/main">
              <a:ext uri="{FF2B5EF4-FFF2-40B4-BE49-F238E27FC236}">
                <a16:creationId xmlns:a16="http://schemas.microsoft.com/office/drawing/2014/main" id="{B8C17E2D-A24A-4FE9-8608-F019C4FA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element-284">
            <a:extLst xmlns:a="http://schemas.openxmlformats.org/drawingml/2006/main">
              <a:ext uri="{FF2B5EF4-FFF2-40B4-BE49-F238E27FC236}">
                <a16:creationId xmlns:a16="http://schemas.microsoft.com/office/drawing/2014/main" id="{B0923EE5-91AB-47F4-99EB-BDD5A80F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element-285">
            <a:extLst xmlns:a="http://schemas.openxmlformats.org/drawingml/2006/main">
              <a:ext uri="{FF2B5EF4-FFF2-40B4-BE49-F238E27FC236}">
                <a16:creationId xmlns:a16="http://schemas.microsoft.com/office/drawing/2014/main" id="{188D4EB0-8187-41AD-8E3D-A829F465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element-286">
            <a:extLst xmlns:a="http://schemas.openxmlformats.org/drawingml/2006/main">
              <a:ext uri="{FF2B5EF4-FFF2-40B4-BE49-F238E27FC236}">
                <a16:creationId xmlns:a16="http://schemas.microsoft.com/office/drawing/2014/main" id="{6711885C-6E72-40C2-89CE-484327E9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element-287">
            <a:extLst xmlns:a="http://schemas.openxmlformats.org/drawingml/2006/main">
              <a:ext uri="{FF2B5EF4-FFF2-40B4-BE49-F238E27FC236}">
                <a16:creationId xmlns:a16="http://schemas.microsoft.com/office/drawing/2014/main" id="{19277652-D9C4-4E00-8562-21A3F4A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element-288">
            <a:extLst xmlns:a="http://schemas.openxmlformats.org/drawingml/2006/main">
              <a:ext uri="{FF2B5EF4-FFF2-40B4-BE49-F238E27FC236}">
                <a16:creationId xmlns:a16="http://schemas.microsoft.com/office/drawing/2014/main" id="{248FCB74-40E8-4F21-B203-40D8B44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element-289">
            <a:extLst xmlns:a="http://schemas.openxmlformats.org/drawingml/2006/main">
              <a:ext uri="{FF2B5EF4-FFF2-40B4-BE49-F238E27FC236}">
                <a16:creationId xmlns:a16="http://schemas.microsoft.com/office/drawing/2014/main" id="{BC447AAF-0E28-49A6-8620-C1201D3A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element-290">
            <a:extLst xmlns:a="http://schemas.openxmlformats.org/drawingml/2006/main">
              <a:ext uri="{FF2B5EF4-FFF2-40B4-BE49-F238E27FC236}">
                <a16:creationId xmlns:a16="http://schemas.microsoft.com/office/drawing/2014/main" id="{4AD7A2F7-CEC5-4670-801A-7032D962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element-291">
            <a:extLst xmlns:a="http://schemas.openxmlformats.org/drawingml/2006/main">
              <a:ext uri="{FF2B5EF4-FFF2-40B4-BE49-F238E27FC236}">
                <a16:creationId xmlns:a16="http://schemas.microsoft.com/office/drawing/2014/main" id="{B4969C3E-EDF0-4A60-B3C8-F97C2DB4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element-292">
            <a:extLst xmlns:a="http://schemas.openxmlformats.org/drawingml/2006/main">
              <a:ext uri="{FF2B5EF4-FFF2-40B4-BE49-F238E27FC236}">
                <a16:creationId xmlns:a16="http://schemas.microsoft.com/office/drawing/2014/main" id="{83A3E8E0-8202-4B8B-99BE-12488A5A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element-293">
            <a:extLst xmlns:a="http://schemas.openxmlformats.org/drawingml/2006/main">
              <a:ext uri="{FF2B5EF4-FFF2-40B4-BE49-F238E27FC236}">
                <a16:creationId xmlns:a16="http://schemas.microsoft.com/office/drawing/2014/main" id="{366DCBF9-B2E3-4CC0-A8A2-4D77B67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element-294">
            <a:extLst xmlns:a="http://schemas.openxmlformats.org/drawingml/2006/main">
              <a:ext uri="{FF2B5EF4-FFF2-40B4-BE49-F238E27FC236}">
                <a16:creationId xmlns:a16="http://schemas.microsoft.com/office/drawing/2014/main" id="{24FD2FFE-D372-4E0B-A1B8-4BAFD323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element-295">
            <a:extLst xmlns:a="http://schemas.openxmlformats.org/drawingml/2006/main">
              <a:ext uri="{FF2B5EF4-FFF2-40B4-BE49-F238E27FC236}">
                <a16:creationId xmlns:a16="http://schemas.microsoft.com/office/drawing/2014/main" id="{7152864C-9E6B-440D-904B-5377A4C1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element-296">
            <a:extLst xmlns:a="http://schemas.openxmlformats.org/drawingml/2006/main">
              <a:ext uri="{FF2B5EF4-FFF2-40B4-BE49-F238E27FC236}">
                <a16:creationId xmlns:a16="http://schemas.microsoft.com/office/drawing/2014/main" id="{C23E8056-D369-43FE-B742-F99A268D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element-297">
            <a:extLst xmlns:a="http://schemas.openxmlformats.org/drawingml/2006/main">
              <a:ext uri="{FF2B5EF4-FFF2-40B4-BE49-F238E27FC236}">
                <a16:creationId xmlns:a16="http://schemas.microsoft.com/office/drawing/2014/main" id="{07694B64-A2A4-4942-BA8E-66012CF3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element-298">
            <a:extLst xmlns:a="http://schemas.openxmlformats.org/drawingml/2006/main">
              <a:ext uri="{FF2B5EF4-FFF2-40B4-BE49-F238E27FC236}">
                <a16:creationId xmlns:a16="http://schemas.microsoft.com/office/drawing/2014/main" id="{8D0F65A6-1799-4715-8614-1BE02EDF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element-299">
            <a:extLst xmlns:a="http://schemas.openxmlformats.org/drawingml/2006/main">
              <a:ext uri="{FF2B5EF4-FFF2-40B4-BE49-F238E27FC236}">
                <a16:creationId xmlns:a16="http://schemas.microsoft.com/office/drawing/2014/main" id="{21831A04-2E75-491B-8EF6-C93FD69E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element-300">
            <a:extLst xmlns:a="http://schemas.openxmlformats.org/drawingml/2006/main">
              <a:ext uri="{FF2B5EF4-FFF2-40B4-BE49-F238E27FC236}">
                <a16:creationId xmlns:a16="http://schemas.microsoft.com/office/drawing/2014/main" id="{D76EB00F-A00D-4A03-9354-BACC684A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element-301">
            <a:extLst xmlns:a="http://schemas.openxmlformats.org/drawingml/2006/main">
              <a:ext uri="{FF2B5EF4-FFF2-40B4-BE49-F238E27FC236}">
                <a16:creationId xmlns:a16="http://schemas.microsoft.com/office/drawing/2014/main" id="{7C6DAF30-4B6A-4000-AC0B-FE775B7F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element-302">
            <a:extLst xmlns:a="http://schemas.openxmlformats.org/drawingml/2006/main">
              <a:ext uri="{FF2B5EF4-FFF2-40B4-BE49-F238E27FC236}">
                <a16:creationId xmlns:a16="http://schemas.microsoft.com/office/drawing/2014/main" id="{140F44A2-E8D3-4988-A1E4-25DA0653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element-303">
            <a:extLst xmlns:a="http://schemas.openxmlformats.org/drawingml/2006/main">
              <a:ext uri="{FF2B5EF4-FFF2-40B4-BE49-F238E27FC236}">
                <a16:creationId xmlns:a16="http://schemas.microsoft.com/office/drawing/2014/main" id="{EAB0944D-7151-4ACD-BDA3-00FFE8D8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element-304">
            <a:extLst xmlns:a="http://schemas.openxmlformats.org/drawingml/2006/main">
              <a:ext uri="{FF2B5EF4-FFF2-40B4-BE49-F238E27FC236}">
                <a16:creationId xmlns:a16="http://schemas.microsoft.com/office/drawing/2014/main" id="{E54FEDDD-72F9-4D80-9222-752C808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0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element-305">
            <a:extLst xmlns:a="http://schemas.openxmlformats.org/drawingml/2006/main">
              <a:ext uri="{FF2B5EF4-FFF2-40B4-BE49-F238E27FC236}">
                <a16:creationId xmlns:a16="http://schemas.microsoft.com/office/drawing/2014/main" id="{EC16F756-A9C1-4733-90DD-098AF977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element-306">
            <a:extLst xmlns:a="http://schemas.openxmlformats.org/drawingml/2006/main">
              <a:ext uri="{FF2B5EF4-FFF2-40B4-BE49-F238E27FC236}">
                <a16:creationId xmlns:a16="http://schemas.microsoft.com/office/drawing/2014/main" id="{7D72F322-52A0-4F0C-8B9D-66716C7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element-307">
            <a:extLst xmlns:a="http://schemas.openxmlformats.org/drawingml/2006/main">
              <a:ext uri="{FF2B5EF4-FFF2-40B4-BE49-F238E27FC236}">
                <a16:creationId xmlns:a16="http://schemas.microsoft.com/office/drawing/2014/main" id="{6E84238E-9E3D-4656-9ABB-0F0C1E1F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element-308">
            <a:extLst xmlns:a="http://schemas.openxmlformats.org/drawingml/2006/main">
              <a:ext uri="{FF2B5EF4-FFF2-40B4-BE49-F238E27FC236}">
                <a16:creationId xmlns:a16="http://schemas.microsoft.com/office/drawing/2014/main" id="{3269043C-2C0F-441C-BB05-C3E33D46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element-309">
            <a:extLst xmlns:a="http://schemas.openxmlformats.org/drawingml/2006/main">
              <a:ext uri="{FF2B5EF4-FFF2-40B4-BE49-F238E27FC236}">
                <a16:creationId xmlns:a16="http://schemas.microsoft.com/office/drawing/2014/main" id="{CCDA914E-C367-4481-8440-6BC8820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element-310">
            <a:extLst xmlns:a="http://schemas.openxmlformats.org/drawingml/2006/main">
              <a:ext uri="{FF2B5EF4-FFF2-40B4-BE49-F238E27FC236}">
                <a16:creationId xmlns:a16="http://schemas.microsoft.com/office/drawing/2014/main" id="{B8D68515-2415-4FB4-ACD3-26634606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element-311">
            <a:extLst xmlns:a="http://schemas.openxmlformats.org/drawingml/2006/main">
              <a:ext uri="{FF2B5EF4-FFF2-40B4-BE49-F238E27FC236}">
                <a16:creationId xmlns:a16="http://schemas.microsoft.com/office/drawing/2014/main" id="{1475AFC0-C721-4C36-B569-5DB61F24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element-312">
            <a:extLst xmlns:a="http://schemas.openxmlformats.org/drawingml/2006/main">
              <a:ext uri="{FF2B5EF4-FFF2-40B4-BE49-F238E27FC236}">
                <a16:creationId xmlns:a16="http://schemas.microsoft.com/office/drawing/2014/main" id="{0A4E7E45-4192-47EF-B129-06308130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element-313">
            <a:extLst xmlns:a="http://schemas.openxmlformats.org/drawingml/2006/main">
              <a:ext uri="{FF2B5EF4-FFF2-40B4-BE49-F238E27FC236}">
                <a16:creationId xmlns:a16="http://schemas.microsoft.com/office/drawing/2014/main" id="{C3539B99-C0DD-4E88-80D2-8A9D0173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element-314">
            <a:extLst xmlns:a="http://schemas.openxmlformats.org/drawingml/2006/main">
              <a:ext uri="{FF2B5EF4-FFF2-40B4-BE49-F238E27FC236}">
                <a16:creationId xmlns:a16="http://schemas.microsoft.com/office/drawing/2014/main" id="{645743F6-AADB-4653-809D-7E6CA636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element-315">
            <a:extLst xmlns:a="http://schemas.openxmlformats.org/drawingml/2006/main">
              <a:ext uri="{FF2B5EF4-FFF2-40B4-BE49-F238E27FC236}">
                <a16:creationId xmlns:a16="http://schemas.microsoft.com/office/drawing/2014/main" id="{10A4EBDB-EA2F-46C5-B798-B79434A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element-316">
            <a:extLst xmlns:a="http://schemas.openxmlformats.org/drawingml/2006/main">
              <a:ext uri="{FF2B5EF4-FFF2-40B4-BE49-F238E27FC236}">
                <a16:creationId xmlns:a16="http://schemas.microsoft.com/office/drawing/2014/main" id="{303E5F49-AEB0-42A4-9A68-DE988C48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element-317">
            <a:extLst xmlns:a="http://schemas.openxmlformats.org/drawingml/2006/main">
              <a:ext uri="{FF2B5EF4-FFF2-40B4-BE49-F238E27FC236}">
                <a16:creationId xmlns:a16="http://schemas.microsoft.com/office/drawing/2014/main" id="{A02245B6-CF1E-4450-B460-0DC3C71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element-318">
            <a:extLst xmlns:a="http://schemas.openxmlformats.org/drawingml/2006/main">
              <a:ext uri="{FF2B5EF4-FFF2-40B4-BE49-F238E27FC236}">
                <a16:creationId xmlns:a16="http://schemas.microsoft.com/office/drawing/2014/main" id="{0762E0EF-4A3F-4ED7-A4C5-BC3A32F9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element-319">
            <a:extLst xmlns:a="http://schemas.openxmlformats.org/drawingml/2006/main">
              <a:ext uri="{FF2B5EF4-FFF2-40B4-BE49-F238E27FC236}">
                <a16:creationId xmlns:a16="http://schemas.microsoft.com/office/drawing/2014/main" id="{AE4E54EF-DC03-4821-BBBF-B8CCAE5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element-320">
            <a:extLst xmlns:a="http://schemas.openxmlformats.org/drawingml/2006/main">
              <a:ext uri="{FF2B5EF4-FFF2-40B4-BE49-F238E27FC236}">
                <a16:creationId xmlns:a16="http://schemas.microsoft.com/office/drawing/2014/main" id="{5802BF77-2388-4D40-AB97-E453901C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element-321">
            <a:extLst xmlns:a="http://schemas.openxmlformats.org/drawingml/2006/main">
              <a:ext uri="{FF2B5EF4-FFF2-40B4-BE49-F238E27FC236}">
                <a16:creationId xmlns:a16="http://schemas.microsoft.com/office/drawing/2014/main" id="{0FB44BBA-5B3C-4961-914D-F9C9E037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element-322">
            <a:extLst xmlns:a="http://schemas.openxmlformats.org/drawingml/2006/main">
              <a:ext uri="{FF2B5EF4-FFF2-40B4-BE49-F238E27FC236}">
                <a16:creationId xmlns:a16="http://schemas.microsoft.com/office/drawing/2014/main" id="{9576E663-1C8C-4816-9CC2-24226244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element-323">
            <a:extLst xmlns:a="http://schemas.openxmlformats.org/drawingml/2006/main">
              <a:ext uri="{FF2B5EF4-FFF2-40B4-BE49-F238E27FC236}">
                <a16:creationId xmlns:a16="http://schemas.microsoft.com/office/drawing/2014/main" id="{F2FDA9FF-C77A-482A-871F-81DFA46A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element-324">
            <a:extLst xmlns:a="http://schemas.openxmlformats.org/drawingml/2006/main">
              <a:ext uri="{FF2B5EF4-FFF2-40B4-BE49-F238E27FC236}">
                <a16:creationId xmlns:a16="http://schemas.microsoft.com/office/drawing/2014/main" id="{60295387-E477-4E9A-9EAC-F44C9B8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element-325">
            <a:extLst xmlns:a="http://schemas.openxmlformats.org/drawingml/2006/main">
              <a:ext uri="{FF2B5EF4-FFF2-40B4-BE49-F238E27FC236}">
                <a16:creationId xmlns:a16="http://schemas.microsoft.com/office/drawing/2014/main" id="{E84D9DC7-2760-42AF-8F55-A3A853D6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element-326">
            <a:extLst xmlns:a="http://schemas.openxmlformats.org/drawingml/2006/main">
              <a:ext uri="{FF2B5EF4-FFF2-40B4-BE49-F238E27FC236}">
                <a16:creationId xmlns:a16="http://schemas.microsoft.com/office/drawing/2014/main" id="{0075A7A4-A4D1-4600-8ABA-8E16A246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675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text-327">
            <a:extLst xmlns:a="http://schemas.openxmlformats.org/drawingml/2006/main">
              <a:ext uri="{FF2B5EF4-FFF2-40B4-BE49-F238E27FC236}">
                <a16:creationId xmlns:a16="http://schemas.microsoft.com/office/drawing/2014/main" id="{D186FC9E-62BF-408F-B733-6D4EFFE4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292138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Membrane mechanics</a:t>
            </a:r>
          </a:p>
        </p:txBody>
      </p:sp>
      <p:sp>
        <p:nvSpPr>
          <p:cNvPr id="329" name="text-328">
            <a:extLst xmlns:a="http://schemas.openxmlformats.org/drawingml/2006/main">
              <a:ext uri="{FF2B5EF4-FFF2-40B4-BE49-F238E27FC236}">
                <a16:creationId xmlns:a16="http://schemas.microsoft.com/office/drawing/2014/main" id="{ECC1270B-97C4-4798-BE3C-2EB8911C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3625513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and material failure</a:t>
            </a:r>
          </a:p>
        </p:txBody>
      </p:sp>
      <p:sp>
        <p:nvSpPr>
          <p:cNvPr id="330" name="element-329">
            <a:extLst xmlns:a="http://schemas.openxmlformats.org/drawingml/2006/main">
              <a:ext uri="{FF2B5EF4-FFF2-40B4-BE49-F238E27FC236}">
                <a16:creationId xmlns:a16="http://schemas.microsoft.com/office/drawing/2014/main" id="{757F6580-9D92-423F-B2FA-ADD63691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154025"/>
            <a:ext cx="33909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element-330">
            <a:extLst xmlns:a="http://schemas.openxmlformats.org/drawingml/2006/main">
              <a:ext uri="{FF2B5EF4-FFF2-40B4-BE49-F238E27FC236}">
                <a16:creationId xmlns:a16="http://schemas.microsoft.com/office/drawing/2014/main" id="{13E3D3BD-BF4B-4C92-AAA9-75B35519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element-331">
            <a:extLst xmlns:a="http://schemas.openxmlformats.org/drawingml/2006/main">
              <a:ext uri="{FF2B5EF4-FFF2-40B4-BE49-F238E27FC236}">
                <a16:creationId xmlns:a16="http://schemas.microsoft.com/office/drawing/2014/main" id="{90727EA5-819C-4A62-880B-B43777C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element-332">
            <a:extLst xmlns:a="http://schemas.openxmlformats.org/drawingml/2006/main">
              <a:ext uri="{FF2B5EF4-FFF2-40B4-BE49-F238E27FC236}">
                <a16:creationId xmlns:a16="http://schemas.microsoft.com/office/drawing/2014/main" id="{6FFC54E3-F79A-4176-A561-FDD93BC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element-333">
            <a:extLst xmlns:a="http://schemas.openxmlformats.org/drawingml/2006/main">
              <a:ext uri="{FF2B5EF4-FFF2-40B4-BE49-F238E27FC236}">
                <a16:creationId xmlns:a16="http://schemas.microsoft.com/office/drawing/2014/main" id="{EBA946BE-4E0B-41FC-AFE6-3E861D3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element-334">
            <a:extLst xmlns:a="http://schemas.openxmlformats.org/drawingml/2006/main">
              <a:ext uri="{FF2B5EF4-FFF2-40B4-BE49-F238E27FC236}">
                <a16:creationId xmlns:a16="http://schemas.microsoft.com/office/drawing/2014/main" id="{EBDD1F63-A771-4189-A7AD-3726A2B0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element-335">
            <a:extLst xmlns:a="http://schemas.openxmlformats.org/drawingml/2006/main">
              <a:ext uri="{FF2B5EF4-FFF2-40B4-BE49-F238E27FC236}">
                <a16:creationId xmlns:a16="http://schemas.microsoft.com/office/drawing/2014/main" id="{694B9C09-0665-451A-9147-11D2991B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element-336">
            <a:extLst xmlns:a="http://schemas.openxmlformats.org/drawingml/2006/main">
              <a:ext uri="{FF2B5EF4-FFF2-40B4-BE49-F238E27FC236}">
                <a16:creationId xmlns:a16="http://schemas.microsoft.com/office/drawing/2014/main" id="{279E431D-8678-4615-90BF-ADD05A7F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element-337">
            <a:extLst xmlns:a="http://schemas.openxmlformats.org/drawingml/2006/main">
              <a:ext uri="{FF2B5EF4-FFF2-40B4-BE49-F238E27FC236}">
                <a16:creationId xmlns:a16="http://schemas.microsoft.com/office/drawing/2014/main" id="{E9E50659-7A13-44B7-B4FA-19864BD2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34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element-338">
            <a:extLst xmlns:a="http://schemas.openxmlformats.org/drawingml/2006/main">
              <a:ext uri="{FF2B5EF4-FFF2-40B4-BE49-F238E27FC236}">
                <a16:creationId xmlns:a16="http://schemas.microsoft.com/office/drawing/2014/main" id="{95A7F792-9466-414C-ABB9-D56A4660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element-339">
            <a:extLst xmlns:a="http://schemas.openxmlformats.org/drawingml/2006/main">
              <a:ext uri="{FF2B5EF4-FFF2-40B4-BE49-F238E27FC236}">
                <a16:creationId xmlns:a16="http://schemas.microsoft.com/office/drawing/2014/main" id="{FBB55734-881D-4072-AA8A-ABD67FAD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element-340">
            <a:extLst xmlns:a="http://schemas.openxmlformats.org/drawingml/2006/main">
              <a:ext uri="{FF2B5EF4-FFF2-40B4-BE49-F238E27FC236}">
                <a16:creationId xmlns:a16="http://schemas.microsoft.com/office/drawing/2014/main" id="{F36635B4-B9F0-4994-8DA6-3A025B94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element-341">
            <a:extLst xmlns:a="http://schemas.openxmlformats.org/drawingml/2006/main">
              <a:ext uri="{FF2B5EF4-FFF2-40B4-BE49-F238E27FC236}">
                <a16:creationId xmlns:a16="http://schemas.microsoft.com/office/drawing/2014/main" id="{AC0B4332-37D0-479F-B312-8F003A8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1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element-342">
            <a:extLst xmlns:a="http://schemas.openxmlformats.org/drawingml/2006/main">
              <a:ext uri="{FF2B5EF4-FFF2-40B4-BE49-F238E27FC236}">
                <a16:creationId xmlns:a16="http://schemas.microsoft.com/office/drawing/2014/main" id="{9C0305F4-C3C0-4C46-AC5A-18CE83A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element-343">
            <a:extLst xmlns:a="http://schemas.openxmlformats.org/drawingml/2006/main">
              <a:ext uri="{FF2B5EF4-FFF2-40B4-BE49-F238E27FC236}">
                <a16:creationId xmlns:a16="http://schemas.microsoft.com/office/drawing/2014/main" id="{928B56C7-CB69-4CDD-B657-E6C073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element-344">
            <a:extLst xmlns:a="http://schemas.openxmlformats.org/drawingml/2006/main">
              <a:ext uri="{FF2B5EF4-FFF2-40B4-BE49-F238E27FC236}">
                <a16:creationId xmlns:a16="http://schemas.microsoft.com/office/drawing/2014/main" id="{31790436-A1D0-4DC8-8B94-E66C6FE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element-345">
            <a:extLst xmlns:a="http://schemas.openxmlformats.org/drawingml/2006/main">
              <a:ext uri="{FF2B5EF4-FFF2-40B4-BE49-F238E27FC236}">
                <a16:creationId xmlns:a16="http://schemas.microsoft.com/office/drawing/2014/main" id="{A729A904-2F3B-44A4-A88F-009A13D3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element-346">
            <a:extLst xmlns:a="http://schemas.openxmlformats.org/drawingml/2006/main">
              <a:ext uri="{FF2B5EF4-FFF2-40B4-BE49-F238E27FC236}">
                <a16:creationId xmlns:a16="http://schemas.microsoft.com/office/drawing/2014/main" id="{881F15D5-55A7-45D6-BD17-27C6066E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element-347">
            <a:extLst xmlns:a="http://schemas.openxmlformats.org/drawingml/2006/main">
              <a:ext uri="{FF2B5EF4-FFF2-40B4-BE49-F238E27FC236}">
                <a16:creationId xmlns:a16="http://schemas.microsoft.com/office/drawing/2014/main" id="{755FAE25-88E9-466D-816F-103A7679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element-348">
            <a:extLst xmlns:a="http://schemas.openxmlformats.org/drawingml/2006/main">
              <a:ext uri="{FF2B5EF4-FFF2-40B4-BE49-F238E27FC236}">
                <a16:creationId xmlns:a16="http://schemas.microsoft.com/office/drawing/2014/main" id="{3E1B9942-DD4B-4B21-AE1B-C9A3C9BD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element-349">
            <a:extLst xmlns:a="http://schemas.openxmlformats.org/drawingml/2006/main">
              <a:ext uri="{FF2B5EF4-FFF2-40B4-BE49-F238E27FC236}">
                <a16:creationId xmlns:a16="http://schemas.microsoft.com/office/drawing/2014/main" id="{EDB80B05-B4DA-4CE0-9BCF-8B878815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element-350">
            <a:extLst xmlns:a="http://schemas.openxmlformats.org/drawingml/2006/main">
              <a:ext uri="{FF2B5EF4-FFF2-40B4-BE49-F238E27FC236}">
                <a16:creationId xmlns:a16="http://schemas.microsoft.com/office/drawing/2014/main" id="{23307DD1-0424-41D3-8C48-7A1B9A21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13144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element-351">
            <a:extLst xmlns:a="http://schemas.openxmlformats.org/drawingml/2006/main">
              <a:ext uri="{FF2B5EF4-FFF2-40B4-BE49-F238E27FC236}">
                <a16:creationId xmlns:a16="http://schemas.microsoft.com/office/drawing/2014/main" id="{5959EB63-D60A-4D4E-97D8-43E1FE7B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element-352">
            <a:extLst xmlns:a="http://schemas.openxmlformats.org/drawingml/2006/main">
              <a:ext uri="{FF2B5EF4-FFF2-40B4-BE49-F238E27FC236}">
                <a16:creationId xmlns:a16="http://schemas.microsoft.com/office/drawing/2014/main" id="{AE102041-1F2E-4F43-AA9F-8D388C92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element-353">
            <a:extLst xmlns:a="http://schemas.openxmlformats.org/drawingml/2006/main">
              <a:ext uri="{FF2B5EF4-FFF2-40B4-BE49-F238E27FC236}">
                <a16:creationId xmlns:a16="http://schemas.microsoft.com/office/drawing/2014/main" id="{B06873A1-3743-4E2B-92FF-5B05706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element-354">
            <a:extLst xmlns:a="http://schemas.openxmlformats.org/drawingml/2006/main">
              <a:ext uri="{FF2B5EF4-FFF2-40B4-BE49-F238E27FC236}">
                <a16:creationId xmlns:a16="http://schemas.microsoft.com/office/drawing/2014/main" id="{69DE0AF2-03BC-41A4-8944-2690015F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element-355">
            <a:extLst xmlns:a="http://schemas.openxmlformats.org/drawingml/2006/main">
              <a:ext uri="{FF2B5EF4-FFF2-40B4-BE49-F238E27FC236}">
                <a16:creationId xmlns:a16="http://schemas.microsoft.com/office/drawing/2014/main" id="{723497F0-5776-48E0-B7BE-5DB3E91E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element-356">
            <a:extLst xmlns:a="http://schemas.openxmlformats.org/drawingml/2006/main">
              <a:ext uri="{FF2B5EF4-FFF2-40B4-BE49-F238E27FC236}">
                <a16:creationId xmlns:a16="http://schemas.microsoft.com/office/drawing/2014/main" id="{0BBFC8BB-9DF7-45AC-8E67-E4D986FA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element-357">
            <a:extLst xmlns:a="http://schemas.openxmlformats.org/drawingml/2006/main">
              <a:ext uri="{FF2B5EF4-FFF2-40B4-BE49-F238E27FC236}">
                <a16:creationId xmlns:a16="http://schemas.microsoft.com/office/drawing/2014/main" id="{F25B355E-7A7F-45B9-9368-2B36A35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element-358">
            <a:extLst xmlns:a="http://schemas.openxmlformats.org/drawingml/2006/main">
              <a:ext uri="{FF2B5EF4-FFF2-40B4-BE49-F238E27FC236}">
                <a16:creationId xmlns:a16="http://schemas.microsoft.com/office/drawing/2014/main" id="{7E2E2F1E-FEDA-4CEC-8AAB-F4EB3CD9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34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element-359">
            <a:extLst xmlns:a="http://schemas.openxmlformats.org/drawingml/2006/main">
              <a:ext uri="{FF2B5EF4-FFF2-40B4-BE49-F238E27FC236}">
                <a16:creationId xmlns:a16="http://schemas.microsoft.com/office/drawing/2014/main" id="{2CD6F16F-AB7B-45FE-BEB5-65118A1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element-360">
            <a:extLst xmlns:a="http://schemas.openxmlformats.org/drawingml/2006/main">
              <a:ext uri="{FF2B5EF4-FFF2-40B4-BE49-F238E27FC236}">
                <a16:creationId xmlns:a16="http://schemas.microsoft.com/office/drawing/2014/main" id="{E2AA94AA-FFCE-4A58-8533-30ECC113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73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element-361">
            <a:extLst xmlns:a="http://schemas.openxmlformats.org/drawingml/2006/main">
              <a:ext uri="{FF2B5EF4-FFF2-40B4-BE49-F238E27FC236}">
                <a16:creationId xmlns:a16="http://schemas.microsoft.com/office/drawing/2014/main" id="{F3D6B2D1-A356-4F39-AC9B-2D6C2C23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element-362">
            <a:extLst xmlns:a="http://schemas.openxmlformats.org/drawingml/2006/main">
              <a:ext uri="{FF2B5EF4-FFF2-40B4-BE49-F238E27FC236}">
                <a16:creationId xmlns:a16="http://schemas.microsoft.com/office/drawing/2014/main" id="{563B4B54-CA2B-412E-A9AA-D1C165E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1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element-363">
            <a:extLst xmlns:a="http://schemas.openxmlformats.org/drawingml/2006/main">
              <a:ext uri="{FF2B5EF4-FFF2-40B4-BE49-F238E27FC236}">
                <a16:creationId xmlns:a16="http://schemas.microsoft.com/office/drawing/2014/main" id="{0657487F-6BED-4BE1-9B4B-1731538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element-364">
            <a:extLst xmlns:a="http://schemas.openxmlformats.org/drawingml/2006/main">
              <a:ext uri="{FF2B5EF4-FFF2-40B4-BE49-F238E27FC236}">
                <a16:creationId xmlns:a16="http://schemas.microsoft.com/office/drawing/2014/main" id="{9CE619CA-4520-4FF9-85A6-63BE8D7E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element-365">
            <a:extLst xmlns:a="http://schemas.openxmlformats.org/drawingml/2006/main">
              <a:ext uri="{FF2B5EF4-FFF2-40B4-BE49-F238E27FC236}">
                <a16:creationId xmlns:a16="http://schemas.microsoft.com/office/drawing/2014/main" id="{97730418-71BF-4DA9-BA84-CEB6B33F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element-366">
            <a:extLst xmlns:a="http://schemas.openxmlformats.org/drawingml/2006/main">
              <a:ext uri="{FF2B5EF4-FFF2-40B4-BE49-F238E27FC236}">
                <a16:creationId xmlns:a16="http://schemas.microsoft.com/office/drawing/2014/main" id="{EC9F4D4A-D4E1-488A-8392-009F156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element-367">
            <a:extLst xmlns:a="http://schemas.openxmlformats.org/drawingml/2006/main">
              <a:ext uri="{FF2B5EF4-FFF2-40B4-BE49-F238E27FC236}">
                <a16:creationId xmlns:a16="http://schemas.microsoft.com/office/drawing/2014/main" id="{B4E82CED-D7D1-4316-8320-655A469C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element-368">
            <a:extLst xmlns:a="http://schemas.openxmlformats.org/drawingml/2006/main">
              <a:ext uri="{FF2B5EF4-FFF2-40B4-BE49-F238E27FC236}">
                <a16:creationId xmlns:a16="http://schemas.microsoft.com/office/drawing/2014/main" id="{6AD7508B-4C3B-496F-8138-083C4E0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element-369">
            <a:extLst xmlns:a="http://schemas.openxmlformats.org/drawingml/2006/main">
              <a:ext uri="{FF2B5EF4-FFF2-40B4-BE49-F238E27FC236}">
                <a16:creationId xmlns:a16="http://schemas.microsoft.com/office/drawing/2014/main" id="{F1622AA3-CA57-44A4-B5E4-35A0650C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element-370">
            <a:extLst xmlns:a="http://schemas.openxmlformats.org/drawingml/2006/main">
              <a:ext uri="{FF2B5EF4-FFF2-40B4-BE49-F238E27FC236}">
                <a16:creationId xmlns:a16="http://schemas.microsoft.com/office/drawing/2014/main" id="{F1BB08F7-C5DC-4D30-8BC2-3817AC89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element-371">
            <a:extLst xmlns:a="http://schemas.openxmlformats.org/drawingml/2006/main">
              <a:ext uri="{FF2B5EF4-FFF2-40B4-BE49-F238E27FC236}">
                <a16:creationId xmlns:a16="http://schemas.microsoft.com/office/drawing/2014/main" id="{BC59EE06-CCEB-408D-937F-7B081DF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14106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element-372">
            <a:extLst xmlns:a="http://schemas.openxmlformats.org/drawingml/2006/main">
              <a:ext uri="{FF2B5EF4-FFF2-40B4-BE49-F238E27FC236}">
                <a16:creationId xmlns:a16="http://schemas.microsoft.com/office/drawing/2014/main" id="{D78D8B82-D208-40E3-96C2-49A715FF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element-373">
            <a:extLst xmlns:a="http://schemas.openxmlformats.org/drawingml/2006/main">
              <a:ext uri="{FF2B5EF4-FFF2-40B4-BE49-F238E27FC236}">
                <a16:creationId xmlns:a16="http://schemas.microsoft.com/office/drawing/2014/main" id="{FEFC5324-C592-4617-A12F-A5FA178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element-374">
            <a:extLst xmlns:a="http://schemas.openxmlformats.org/drawingml/2006/main">
              <a:ext uri="{FF2B5EF4-FFF2-40B4-BE49-F238E27FC236}">
                <a16:creationId xmlns:a16="http://schemas.microsoft.com/office/drawing/2014/main" id="{D6D4E24D-8CE9-474B-A4DD-E5B2DCB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element-375">
            <a:extLst xmlns:a="http://schemas.openxmlformats.org/drawingml/2006/main">
              <a:ext uri="{FF2B5EF4-FFF2-40B4-BE49-F238E27FC236}">
                <a16:creationId xmlns:a16="http://schemas.microsoft.com/office/drawing/2014/main" id="{1223FB68-EA90-4CD0-9961-E49462BD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element-376">
            <a:extLst xmlns:a="http://schemas.openxmlformats.org/drawingml/2006/main">
              <a:ext uri="{FF2B5EF4-FFF2-40B4-BE49-F238E27FC236}">
                <a16:creationId xmlns:a16="http://schemas.microsoft.com/office/drawing/2014/main" id="{A7EA4FC3-FB2D-43D1-9423-23F738C2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element-377">
            <a:extLst xmlns:a="http://schemas.openxmlformats.org/drawingml/2006/main">
              <a:ext uri="{FF2B5EF4-FFF2-40B4-BE49-F238E27FC236}">
                <a16:creationId xmlns:a16="http://schemas.microsoft.com/office/drawing/2014/main" id="{BC427F6E-62E1-4120-B6E1-6136D8C8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element-378">
            <a:extLst xmlns:a="http://schemas.openxmlformats.org/drawingml/2006/main">
              <a:ext uri="{FF2B5EF4-FFF2-40B4-BE49-F238E27FC236}">
                <a16:creationId xmlns:a16="http://schemas.microsoft.com/office/drawing/2014/main" id="{9555D3A3-0974-4D9D-8E21-80FD4EE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900" y="131445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element-379">
            <a:extLst xmlns:a="http://schemas.openxmlformats.org/drawingml/2006/main">
              <a:ext uri="{FF2B5EF4-FFF2-40B4-BE49-F238E27FC236}">
                <a16:creationId xmlns:a16="http://schemas.microsoft.com/office/drawing/2014/main" id="{8A4A910E-97FB-4F66-9991-ED5AEB5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900" y="133064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element-380">
            <a:extLst xmlns:a="http://schemas.openxmlformats.org/drawingml/2006/main">
              <a:ext uri="{FF2B5EF4-FFF2-40B4-BE49-F238E27FC236}">
                <a16:creationId xmlns:a16="http://schemas.microsoft.com/office/drawing/2014/main" id="{29786014-F0DE-4B83-AF70-654F3168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900" y="1346835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element-381">
            <a:extLst xmlns:a="http://schemas.openxmlformats.org/drawingml/2006/main">
              <a:ext uri="{FF2B5EF4-FFF2-40B4-BE49-F238E27FC236}">
                <a16:creationId xmlns:a16="http://schemas.microsoft.com/office/drawing/2014/main" id="{D090FB04-7A9A-4379-8868-F4DB3AAA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900" y="1363027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element-382">
            <a:extLst xmlns:a="http://schemas.openxmlformats.org/drawingml/2006/main">
              <a:ext uri="{FF2B5EF4-FFF2-40B4-BE49-F238E27FC236}">
                <a16:creationId xmlns:a16="http://schemas.microsoft.com/office/drawing/2014/main" id="{DE6FC0EB-BC98-424D-85AB-AD96CC22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900" y="13792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element-383">
            <a:extLst xmlns:a="http://schemas.openxmlformats.org/drawingml/2006/main">
              <a:ext uri="{FF2B5EF4-FFF2-40B4-BE49-F238E27FC236}">
                <a16:creationId xmlns:a16="http://schemas.microsoft.com/office/drawing/2014/main" id="{52C7744A-99B5-4AEA-BEEC-4075C5D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0900" y="13954125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4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text-384">
            <a:extLst xmlns:a="http://schemas.openxmlformats.org/drawingml/2006/main">
              <a:ext uri="{FF2B5EF4-FFF2-40B4-BE49-F238E27FC236}">
                <a16:creationId xmlns:a16="http://schemas.microsoft.com/office/drawing/2014/main" id="{DAEC0A7E-9CEB-44EA-919C-04BFDA42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292138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Calibrated optical data</a:t>
            </a:r>
          </a:p>
        </p:txBody>
      </p:sp>
      <p:sp>
        <p:nvSpPr>
          <p:cNvPr id="386" name="text-385">
            <a:extLst xmlns:a="http://schemas.openxmlformats.org/drawingml/2006/main">
              <a:ext uri="{FF2B5EF4-FFF2-40B4-BE49-F238E27FC236}">
                <a16:creationId xmlns:a16="http://schemas.microsoft.com/office/drawing/2014/main" id="{7CBDA23D-65FD-42EE-A095-F36D63A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13625513"/>
            <a:ext cx="33909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72B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D"/>
                </a:solidFill>
                <a:latin typeface="Arial"/>
                <a:ea typeface="Arial"/>
                <a:cs typeface="Arial"/>
              </a:rPr>
              <a:t>and spectral emission</a:t>
            </a:r>
          </a:p>
        </p:txBody>
      </p:sp>
      <p:sp>
        <p:nvSpPr>
          <p:cNvPr id="387" name="text-386">
            <a:extLst xmlns:a="http://schemas.openxmlformats.org/drawingml/2006/main">
              <a:ext uri="{FF2B5EF4-FFF2-40B4-BE49-F238E27FC236}">
                <a16:creationId xmlns:a16="http://schemas.microsoft.com/office/drawing/2014/main" id="{516A7A57-7429-4E09-8CA3-6858D85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339507"/>
            <a:ext cx="182118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94D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94D5C"/>
                </a:solidFill>
                <a:latin typeface="Arial"/>
                <a:ea typeface="Arial"/>
                <a:cs typeface="Arial"/>
              </a:rPr>
              <a:t>* Figures 5–6: radial pressure and event-energy updates require correction and convergence tests.</a:t>
            </a:r>
          </a:p>
        </p:txBody>
      </p:sp>
      <p:sp>
        <p:nvSpPr>
          <p:cNvPr id="388" name="text-387">
            <a:extLst xmlns:a="http://schemas.openxmlformats.org/drawingml/2006/main">
              <a:ext uri="{FF2B5EF4-FFF2-40B4-BE49-F238E27FC236}">
                <a16:creationId xmlns:a16="http://schemas.microsoft.com/office/drawing/2014/main" id="{AA40C17B-3623-43F2-A41A-640594E9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39557"/>
            <a:ext cx="182118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16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E"/>
                </a:solidFill>
                <a:latin typeface="Arial"/>
                <a:ea typeface="Arial"/>
                <a:cs typeface="Arial"/>
              </a:rPr>
              <a:t>Implemented components describe code structure and do not establish physical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746814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2026-10-22T21:05:04.1300000Z</dcterms:created>
  <dcterms:modified xsi:type="dcterms:W3CDTF">2026-10-22T21:05:04.1310000Z</dcterms:modified>
</coreProperties>
</file>